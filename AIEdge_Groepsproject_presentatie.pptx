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slideLayouts/slideLayout14.xml" ContentType="application/vnd.openxmlformats-officedocument.presentationml.slideLayout+xml"/>
  <Override PartName="/ppt/theme/theme14.xml" ContentType="application/vnd.openxmlformats-officedocument.theme+xml"/>
  <Override PartName="/ppt/slideLayouts/slideLayout15.xml" ContentType="application/vnd.openxmlformats-officedocument.presentationml.slideLayout+xml"/>
  <Override PartName="/ppt/theme/theme15.xml" ContentType="application/vnd.openxmlformats-officedocument.theme+xml"/>
  <Override PartName="/ppt/slideLayouts/slideLayout16.xml" ContentType="application/vnd.openxmlformats-officedocument.presentationml.slideLayout+xml"/>
  <Override PartName="/ppt/theme/theme1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17.xml" ContentType="application/vnd.openxmlformats-officedocument.theme+xml"/>
  <Override PartName="/ppt/slideLayouts/slideLayout26.xml" ContentType="application/vnd.openxmlformats-officedocument.presentationml.slideLayout+xml"/>
  <Override PartName="/ppt/theme/theme18.xml" ContentType="application/vnd.openxmlformats-officedocument.theme+xml"/>
  <Override PartName="/ppt/slideLayouts/slideLayout27.xml" ContentType="application/vnd.openxmlformats-officedocument.presentationml.slideLayout+xml"/>
  <Override PartName="/ppt/theme/theme19.xml" ContentType="application/vnd.openxmlformats-officedocument.theme+xml"/>
  <Override PartName="/ppt/slideLayouts/slideLayout28.xml" ContentType="application/vnd.openxmlformats-officedocument.presentationml.slideLayout+xml"/>
  <Override PartName="/ppt/theme/theme20.xml" ContentType="application/vnd.openxmlformats-officedocument.theme+xml"/>
  <Override PartName="/ppt/slideLayouts/slideLayout29.xml" ContentType="application/vnd.openxmlformats-officedocument.presentationml.slideLayout+xml"/>
  <Override PartName="/ppt/theme/theme21.xml" ContentType="application/vnd.openxmlformats-officedocument.theme+xml"/>
  <Override PartName="/ppt/slideLayouts/slideLayout30.xml" ContentType="application/vnd.openxmlformats-officedocument.presentationml.slideLayout+xml"/>
  <Override PartName="/ppt/theme/theme22.xml" ContentType="application/vnd.openxmlformats-officedocument.theme+xml"/>
  <Override PartName="/ppt/slideLayouts/slideLayout31.xml" ContentType="application/vnd.openxmlformats-officedocument.presentationml.slideLayout+xml"/>
  <Override PartName="/ppt/theme/theme23.xml" ContentType="application/vnd.openxmlformats-officedocument.theme+xml"/>
  <Override PartName="/ppt/slideLayouts/slideLayout32.xml" ContentType="application/vnd.openxmlformats-officedocument.presentationml.slideLayout+xml"/>
  <Override PartName="/ppt/theme/theme2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90" r:id="rId18"/>
    <p:sldMasterId id="2147483692" r:id="rId19"/>
    <p:sldMasterId id="2147483694" r:id="rId20"/>
    <p:sldMasterId id="2147483696" r:id="rId21"/>
    <p:sldMasterId id="2147483698" r:id="rId22"/>
    <p:sldMasterId id="2147483700" r:id="rId23"/>
    <p:sldMasterId id="2147483702" r:id="rId24"/>
  </p:sld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  <p:sldId id="266" r:id="rId35"/>
  </p:sldIdLst>
  <p:sldSz cx="12192000" cy="6858000"/>
  <p:notesSz cx="7559675" cy="10691813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90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" Target="slides/slide2.xml"/><Relationship Id="rId39" Type="http://schemas.openxmlformats.org/officeDocument/2006/relationships/tableStyles" Target="tableStyles.xml"/><Relationship Id="rId21" Type="http://schemas.openxmlformats.org/officeDocument/2006/relationships/slideMaster" Target="slideMasters/slideMaster21.xml"/><Relationship Id="rId34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1.xml"/><Relationship Id="rId33" Type="http://schemas.openxmlformats.org/officeDocument/2006/relationships/slide" Target="slides/slide9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Master" Target="slideMasters/slideMaster20.xml"/><Relationship Id="rId29" Type="http://schemas.openxmlformats.org/officeDocument/2006/relationships/slide" Target="slides/slide5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" Target="slides/slide8.xml"/><Relationship Id="rId37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" Target="slides/slide4.xml"/><Relationship Id="rId36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Master" Target="slideMasters/slideMaster19.xml"/><Relationship Id="rId31" Type="http://schemas.openxmlformats.org/officeDocument/2006/relationships/slide" Target="slides/slide7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" Target="slides/slide3.xml"/><Relationship Id="rId30" Type="http://schemas.openxmlformats.org/officeDocument/2006/relationships/slide" Target="slides/slide6.xml"/><Relationship Id="rId35" Type="http://schemas.openxmlformats.org/officeDocument/2006/relationships/slide" Target="slides/slide11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A04591E-64FC-4750-BB87-259563200FFF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CD58B40-440D-45FE-BEBA-3DEBBEDBAFE6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D26A9BEB-78A5-478D-B6A3-A33F577C5834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DF633888-B4C2-4F62-B1E4-4D32F062D130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519EC5AF-1174-4F23-AFEC-FB4EDA3D4A0A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F404AC7-585E-4DEE-B2A5-40FB706AB386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11665CD9-D1BB-4D7E-A8D0-4E7A4ED06983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EF27D24C-3D7A-44DB-8BC6-526B6BF28982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F0F2DF16-DC42-47A4-B619-7AA29D118114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B02B8C5B-FBD9-495B-89D0-14E8A020907A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E9BC45D-6DE8-4E1E-8195-FCF1AB64B249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F9ACED5-9E75-49C3-A357-962C54C94403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CC2869F-60CA-494F-A966-7A0482A532D8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DC47A320-3809-457C-8828-F3A616539004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B207151-858D-4792-959F-82BE181714E0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lstStyle/>
          <a:p>
            <a:fld id="{05042A53-7A02-4C30-8AAD-0467010BB6BC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B52D16DF-A3C0-4836-8F15-4E3CE466CBDC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2620348A-64F0-44D5-80BB-388472AE2BE1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46508B1B-36C6-4C0F-81B4-80EF9F7211AC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A9C4EEFD-3684-4473-BAF2-6C5703B848B1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5A0D17C-1699-4BDC-8F87-032E5532D3ED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0B5AFD3-3A47-48B1-A079-D92C09F6AEE8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D34504C3-A40C-4326-BD76-EDA10F1C7406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E9EC271D-B82A-4FDA-B8A6-BBC646B4989F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9D42BA09-90A2-4B3E-B5E2-B5FD68F3F868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13F96678-AC9D-47A1-8826-D3987035C0A3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E811CE37-2D73-4EDD-B355-A414E146F30F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lstStyle/>
          <a:p>
            <a:fld id="{F4596CD1-3B41-4B00-842C-19E3132BAE59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lstStyle/>
          <a:p>
            <a:fld id="{43311B4B-8A50-4BE9-8FFD-C15E09E39E4C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lstStyle/>
          <a:p>
            <a:fld id="{8058C567-6D12-45EA-BC74-2D6B577F0193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8"/>
          </p:nvPr>
        </p:nvSpPr>
        <p:spPr/>
        <p:txBody>
          <a:bodyPr/>
          <a:lstStyle/>
          <a:p>
            <a:fld id="{F059CA7E-7D76-4940-BFF4-B59AF0D073E5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71"/>
          </p:nvPr>
        </p:nvSpPr>
        <p:spPr/>
        <p:txBody>
          <a:bodyPr/>
          <a:lstStyle/>
          <a:p>
            <a:fld id="{17C9AB5F-EE4D-48F4-A945-14840271D6F3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_rels/slideMaster14.xml.rels><?xml version="1.0" encoding="UTF-8" standalone="yes"?>
<Relationships xmlns="http://schemas.openxmlformats.org/package/2006/relationships"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4.xml"/></Relationships>
</file>

<file path=ppt/slideMasters/_rels/slideMaster15.xml.rels><?xml version="1.0" encoding="UTF-8" standalone="yes"?>
<Relationships xmlns="http://schemas.openxmlformats.org/package/2006/relationships"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5.xml"/></Relationships>
</file>

<file path=ppt/slideMasters/_rels/slideMaster16.xml.rels><?xml version="1.0" encoding="UTF-8" standalone="yes"?>
<Relationships xmlns="http://schemas.openxmlformats.org/package/2006/relationships"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16.xml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10" Type="http://schemas.openxmlformats.org/officeDocument/2006/relationships/theme" Target="../theme/theme17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_rels/slideMaster18.xml.rels><?xml version="1.0" encoding="UTF-8" standalone="yes"?>
<Relationships xmlns="http://schemas.openxmlformats.org/package/2006/relationships"><Relationship Id="rId2" Type="http://schemas.openxmlformats.org/officeDocument/2006/relationships/theme" Target="../theme/theme18.xml"/><Relationship Id="rId1" Type="http://schemas.openxmlformats.org/officeDocument/2006/relationships/slideLayout" Target="../slideLayouts/slideLayout26.xml"/></Relationships>
</file>

<file path=ppt/slideMasters/_rels/slideMaster19.xml.rels><?xml version="1.0" encoding="UTF-8" standalone="yes"?>
<Relationships xmlns="http://schemas.openxmlformats.org/package/2006/relationships"><Relationship Id="rId2" Type="http://schemas.openxmlformats.org/officeDocument/2006/relationships/theme" Target="../theme/theme19.xml"/><Relationship Id="rId1" Type="http://schemas.openxmlformats.org/officeDocument/2006/relationships/slideLayout" Target="../slideLayouts/slideLayout27.xml"/></Relationships>
</file>

<file path=ppt/slideMasters/_rels/slideMaster20.xml.rels><?xml version="1.0" encoding="UTF-8" standalone="yes"?>
<Relationships xmlns="http://schemas.openxmlformats.org/package/2006/relationships"><Relationship Id="rId2" Type="http://schemas.openxmlformats.org/officeDocument/2006/relationships/theme" Target="../theme/theme20.xml"/><Relationship Id="rId1" Type="http://schemas.openxmlformats.org/officeDocument/2006/relationships/slideLayout" Target="../slideLayouts/slideLayout28.xml"/></Relationships>
</file>

<file path=ppt/slideMasters/_rels/slideMaster21.xml.rels><?xml version="1.0" encoding="UTF-8" standalone="yes"?>
<Relationships xmlns="http://schemas.openxmlformats.org/package/2006/relationships"><Relationship Id="rId2" Type="http://schemas.openxmlformats.org/officeDocument/2006/relationships/theme" Target="../theme/theme21.xml"/><Relationship Id="rId1" Type="http://schemas.openxmlformats.org/officeDocument/2006/relationships/slideLayout" Target="../slideLayouts/slideLayout29.xml"/></Relationships>
</file>

<file path=ppt/slideMasters/_rels/slideMaster2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2.xml"/><Relationship Id="rId1" Type="http://schemas.openxmlformats.org/officeDocument/2006/relationships/slideLayout" Target="../slideLayouts/slideLayout30.xml"/></Relationships>
</file>

<file path=ppt/slideMasters/_rels/slideMaster23.xml.rels><?xml version="1.0" encoding="UTF-8" standalone="yes"?>
<Relationships xmlns="http://schemas.openxmlformats.org/package/2006/relationships"><Relationship Id="rId2" Type="http://schemas.openxmlformats.org/officeDocument/2006/relationships/theme" Target="../theme/theme23.xml"/><Relationship Id="rId1" Type="http://schemas.openxmlformats.org/officeDocument/2006/relationships/slideLayout" Target="../slideLayouts/slideLayout31.xml"/></Relationships>
</file>

<file path=ppt/slideMasters/_rels/slideMaster24.xml.rels><?xml version="1.0" encoding="UTF-8" standalone="yes"?>
<Relationships xmlns="http://schemas.openxmlformats.org/package/2006/relationships"><Relationship Id="rId2" Type="http://schemas.openxmlformats.org/officeDocument/2006/relationships/theme" Target="../theme/theme24.xml"/><Relationship Id="rId1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2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2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3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1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2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7854D3-A23A-4A1D-A13C-B2CC412CC8A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7"/>
          <p:cNvSpPr>
            <a:spLocks noGrp="1"/>
          </p:cNvSpPr>
          <p:nvPr>
            <p:ph type="dt" idx="3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6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7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8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4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5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3B7A359-A202-474A-82BB-DF8E732C4F44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dt" idx="6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29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30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31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ftr" idx="7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sldNum" idx="8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AD3069A-B913-4091-92A4-E37D776F8AE4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dt" idx="9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46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47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48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1772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78642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13716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461772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78642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6" name="PlaceHolder 8"/>
          <p:cNvSpPr>
            <a:spLocks noGrp="1"/>
          </p:cNvSpPr>
          <p:nvPr>
            <p:ph type="ftr" idx="10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" name="PlaceHolder 9"/>
          <p:cNvSpPr>
            <a:spLocks noGrp="1"/>
          </p:cNvSpPr>
          <p:nvPr>
            <p:ph type="sldNum" idx="11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30915D3-0E33-4A6D-9917-C34F188675F6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" name="PlaceHolder 10"/>
          <p:cNvSpPr>
            <a:spLocks noGrp="1"/>
          </p:cNvSpPr>
          <p:nvPr>
            <p:ph type="dt" idx="12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60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61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62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63" name="PlaceHolder 1"/>
          <p:cNvSpPr>
            <a:spLocks noGrp="1"/>
          </p:cNvSpPr>
          <p:nvPr>
            <p:ph type="ftr" idx="13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14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2CAA51-2E37-4871-A2BD-B2645C85DAD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15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67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68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69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1" name="PlaceHolder 2"/>
          <p:cNvSpPr>
            <a:spLocks noGrp="1"/>
          </p:cNvSpPr>
          <p:nvPr>
            <p:ph type="ftr" idx="16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7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40E69A9-DBF9-475A-B913-41FB27E6BEBF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18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78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79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80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3" name="PlaceHolder 3"/>
          <p:cNvSpPr>
            <a:spLocks noGrp="1"/>
          </p:cNvSpPr>
          <p:nvPr>
            <p:ph type="ftr" idx="19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20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A729AC5-2F8E-4F1C-9D41-BC4697C624A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dt" idx="21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89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90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91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ftr" idx="22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sldNum" idx="23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800B45-B77C-4164-9E29-802383D9008A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dt" idx="24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02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03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2"/>
          <p:cNvSpPr>
            <a:spLocks noGrp="1"/>
          </p:cNvSpPr>
          <p:nvPr>
            <p:ph type="ftr" idx="25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26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58A397-E972-4BDB-92FC-FE7D8A5FD24E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dt" idx="27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11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12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13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14" name="PlaceHolder 1"/>
          <p:cNvSpPr>
            <a:spLocks noGrp="1"/>
          </p:cNvSpPr>
          <p:nvPr>
            <p:ph type="ftr" idx="28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29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4B73667-88E3-4714-AEC9-B9A8B3E1D877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dt" idx="30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18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19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20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4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5" name="PlaceHolder 5"/>
          <p:cNvSpPr>
            <a:spLocks noGrp="1"/>
          </p:cNvSpPr>
          <p:nvPr>
            <p:ph type="ftr" idx="31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6" name="PlaceHolder 6"/>
          <p:cNvSpPr>
            <a:spLocks noGrp="1"/>
          </p:cNvSpPr>
          <p:nvPr>
            <p:ph type="sldNum" idx="32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22535C9-F807-4BE9-8B22-F6FE2C2CA40C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7" name="PlaceHolder 7"/>
          <p:cNvSpPr>
            <a:spLocks noGrp="1"/>
          </p:cNvSpPr>
          <p:nvPr>
            <p:ph type="dt" idx="33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33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34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35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34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35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5852848-4583-443F-B81B-2D8335C254D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36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0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1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2" name="PlaceHolder 5"/>
          <p:cNvSpPr>
            <a:spLocks noGrp="1"/>
          </p:cNvSpPr>
          <p:nvPr>
            <p:ph type="ftr" idx="37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3" name="PlaceHolder 6"/>
          <p:cNvSpPr>
            <a:spLocks noGrp="1"/>
          </p:cNvSpPr>
          <p:nvPr>
            <p:ph type="sldNum" idx="38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153B70B-1A6B-47AA-BCFE-72B7C7FF1F8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4" name="PlaceHolder 7"/>
          <p:cNvSpPr>
            <a:spLocks noGrp="1"/>
          </p:cNvSpPr>
          <p:nvPr>
            <p:ph type="dt" idx="39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62" name="PlaceHolder 3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63" name="PlaceHolder 4"/>
          <p:cNvSpPr>
            <a:spLocks noGrp="1"/>
          </p:cNvSpPr>
          <p:nvPr>
            <p:ph type="ftr" idx="40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 type="sldNum" idx="41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175272B-98DA-4CCA-97E5-00CB47ADE387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5" name="PlaceHolder 6"/>
          <p:cNvSpPr>
            <a:spLocks noGrp="1"/>
          </p:cNvSpPr>
          <p:nvPr>
            <p:ph type="dt" idx="42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2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3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4" name="PlaceHolder 5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5" name="PlaceHolder 6"/>
          <p:cNvSpPr>
            <a:spLocks noGrp="1"/>
          </p:cNvSpPr>
          <p:nvPr>
            <p:ph type="ftr" idx="43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6" name="PlaceHolder 7"/>
          <p:cNvSpPr>
            <a:spLocks noGrp="1"/>
          </p:cNvSpPr>
          <p:nvPr>
            <p:ph type="sldNum" idx="44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7563505-FF9A-4055-984B-A1D5B424D8F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7" name="PlaceHolder 8"/>
          <p:cNvSpPr>
            <a:spLocks noGrp="1"/>
          </p:cNvSpPr>
          <p:nvPr>
            <p:ph type="dt" idx="45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6" name="PlaceHolder 3"/>
          <p:cNvSpPr>
            <a:spLocks noGrp="1"/>
          </p:cNvSpPr>
          <p:nvPr>
            <p:ph type="body"/>
          </p:nvPr>
        </p:nvSpPr>
        <p:spPr>
          <a:xfrm>
            <a:off x="461772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7" name="PlaceHolder 4"/>
          <p:cNvSpPr>
            <a:spLocks noGrp="1"/>
          </p:cNvSpPr>
          <p:nvPr>
            <p:ph type="body"/>
          </p:nvPr>
        </p:nvSpPr>
        <p:spPr>
          <a:xfrm>
            <a:off x="78642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8" name="PlaceHolder 5"/>
          <p:cNvSpPr>
            <a:spLocks noGrp="1"/>
          </p:cNvSpPr>
          <p:nvPr>
            <p:ph type="body"/>
          </p:nvPr>
        </p:nvSpPr>
        <p:spPr>
          <a:xfrm>
            <a:off x="13716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9" name="PlaceHolder 6"/>
          <p:cNvSpPr>
            <a:spLocks noGrp="1"/>
          </p:cNvSpPr>
          <p:nvPr>
            <p:ph type="body"/>
          </p:nvPr>
        </p:nvSpPr>
        <p:spPr>
          <a:xfrm>
            <a:off x="461772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90" name="PlaceHolder 7"/>
          <p:cNvSpPr>
            <a:spLocks noGrp="1"/>
          </p:cNvSpPr>
          <p:nvPr>
            <p:ph type="body"/>
          </p:nvPr>
        </p:nvSpPr>
        <p:spPr>
          <a:xfrm>
            <a:off x="78642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91" name="PlaceHolder 8"/>
          <p:cNvSpPr>
            <a:spLocks noGrp="1"/>
          </p:cNvSpPr>
          <p:nvPr>
            <p:ph type="ftr" idx="46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2" name="PlaceHolder 9"/>
          <p:cNvSpPr>
            <a:spLocks noGrp="1"/>
          </p:cNvSpPr>
          <p:nvPr>
            <p:ph type="sldNum" idx="47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87A807-EB7A-4330-9857-EFA4CD12577E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3" name="PlaceHolder 10"/>
          <p:cNvSpPr>
            <a:spLocks noGrp="1"/>
          </p:cNvSpPr>
          <p:nvPr>
            <p:ph type="dt" idx="48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ftr" idx="49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50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8E6E0BA-B0EC-4BDC-B392-5AE14D33AB9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51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  <p:sp>
        <p:nvSpPr>
          <p:cNvPr id="19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8" name="PlaceHolder 2"/>
          <p:cNvSpPr>
            <a:spLocks noGrp="1"/>
          </p:cNvSpPr>
          <p:nvPr>
            <p:ph type="ftr" idx="52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53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94707F9-736B-4475-9B38-42E3E543291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dt" idx="54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36" name="PlaceHolder 3"/>
          <p:cNvSpPr>
            <a:spLocks noGrp="1"/>
          </p:cNvSpPr>
          <p:nvPr>
            <p:ph type="ftr" idx="55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sldNum" idx="56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2DA3A03-162E-4D82-BBE8-0D1F46024D02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 type="dt" idx="57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4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45" name="PlaceHolder 4"/>
          <p:cNvSpPr>
            <a:spLocks noGrp="1"/>
          </p:cNvSpPr>
          <p:nvPr>
            <p:ph type="ftr" idx="58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6" name="PlaceHolder 5"/>
          <p:cNvSpPr>
            <a:spLocks noGrp="1"/>
          </p:cNvSpPr>
          <p:nvPr>
            <p:ph type="sldNum" idx="59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593371A-C3AF-4AEE-BD7C-C4B749C73375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7" name="PlaceHolder 6"/>
          <p:cNvSpPr>
            <a:spLocks noGrp="1"/>
          </p:cNvSpPr>
          <p:nvPr>
            <p:ph type="dt" idx="60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3" name="PlaceHolder 2"/>
          <p:cNvSpPr>
            <a:spLocks noGrp="1"/>
          </p:cNvSpPr>
          <p:nvPr>
            <p:ph type="ftr" idx="61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62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809170-F2A3-4AF0-84F9-0EEACC924486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dt" idx="63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 type="ftr" idx="64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ldNum" idx="65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C93CE8-1DD8-4AF8-AF07-03BE4EF3A5EF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dt" idx="66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5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6" name="PlaceHolder 5"/>
          <p:cNvSpPr>
            <a:spLocks noGrp="1"/>
          </p:cNvSpPr>
          <p:nvPr>
            <p:ph type="ftr" idx="67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7" name="PlaceHolder 6"/>
          <p:cNvSpPr>
            <a:spLocks noGrp="1"/>
          </p:cNvSpPr>
          <p:nvPr>
            <p:ph type="sldNum" idx="68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D483415-E887-4608-A834-DA2C56AEFF22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8" name="PlaceHolder 7"/>
          <p:cNvSpPr>
            <a:spLocks noGrp="1"/>
          </p:cNvSpPr>
          <p:nvPr>
            <p:ph type="dt" idx="69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6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7" name="PlaceHolder 4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8" name="PlaceHolder 5"/>
          <p:cNvSpPr>
            <a:spLocks noGrp="1"/>
          </p:cNvSpPr>
          <p:nvPr>
            <p:ph type="ftr" idx="70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9" name="PlaceHolder 6"/>
          <p:cNvSpPr>
            <a:spLocks noGrp="1"/>
          </p:cNvSpPr>
          <p:nvPr>
            <p:ph type="sldNum" idx="71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7DADA29-92C3-4536-8CE4-8F7710F353A1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0" name="PlaceHolder 7"/>
          <p:cNvSpPr>
            <a:spLocks noGrp="1"/>
          </p:cNvSpPr>
          <p:nvPr>
            <p:ph type="dt" idx="72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1915200" y="1788480"/>
            <a:ext cx="8360640" cy="209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 algn="ctr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6600" b="0" u="none" strike="noStrike" cap="all">
                <a:solidFill>
                  <a:srgbClr val="191B0E"/>
                </a:solidFill>
                <a:uFillTx/>
                <a:latin typeface="Franklin Gothic Book"/>
              </a:rPr>
              <a:t>AI Edge : Object detection yolov11</a:t>
            </a:r>
            <a:endParaRPr lang="en-US" sz="66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2679840" y="3956400"/>
            <a:ext cx="6831000" cy="108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ctr">
              <a:lnSpc>
                <a:spcPct val="112000"/>
              </a:lnSpc>
              <a:buNone/>
              <a:tabLst>
                <a:tab pos="0" algn="l"/>
              </a:tabLst>
            </a:pPr>
            <a:r>
              <a:rPr lang="nl-BE" sz="2300" b="0" u="none" strike="noStrike">
                <a:solidFill>
                  <a:srgbClr val="191B0E"/>
                </a:solidFill>
                <a:uFillTx/>
                <a:latin typeface="Franklin Gothic Book"/>
              </a:rPr>
              <a:t>Groepsproject : Lane-assist for the visual disabled</a:t>
            </a:r>
            <a:endParaRPr lang="en-US" sz="23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12000"/>
              </a:lnSpc>
              <a:buNone/>
              <a:tabLst>
                <a:tab pos="0" algn="l"/>
              </a:tabLst>
            </a:pPr>
            <a:r>
              <a:rPr lang="nl-BE" sz="2300" b="0" u="none" strike="noStrike">
                <a:solidFill>
                  <a:srgbClr val="191B0E"/>
                </a:solidFill>
                <a:uFillTx/>
                <a:latin typeface="Franklin Gothic Book"/>
              </a:rPr>
              <a:t>Andres, Seraphin, Thomas</a:t>
            </a:r>
            <a:endParaRPr lang="en-US" sz="23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Inhoudsopgave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Model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Dataset(s)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ONNX runtime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Testen op foto’s/video’s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Testen met webcam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Trainen met dataset(s)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Demo + conclusie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Model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Yolov11 ✅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Detectron ❌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1" name="Afbeelding 290"/>
          <p:cNvPicPr/>
          <p:nvPr/>
        </p:nvPicPr>
        <p:blipFill>
          <a:blip r:embed="rId2"/>
          <a:stretch/>
        </p:blipFill>
        <p:spPr>
          <a:xfrm>
            <a:off x="3799080" y="1236960"/>
            <a:ext cx="7720560" cy="4342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Dataset(s)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COCO dataset</a:t>
            </a:r>
          </a:p>
          <a:p>
            <a:pPr marL="0" indent="0">
              <a:lnSpc>
                <a:spcPct val="100000"/>
              </a:lnSpc>
              <a:buClr>
                <a:srgbClr val="000000"/>
              </a:buClr>
              <a:buNone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Yolo object detection person detection</a:t>
            </a:r>
          </a:p>
        </p:txBody>
      </p:sp>
      <p:pic>
        <p:nvPicPr>
          <p:cNvPr id="294" name="Afbeelding 293"/>
          <p:cNvPicPr/>
          <p:nvPr/>
        </p:nvPicPr>
        <p:blipFill>
          <a:blip r:embed="rId2"/>
          <a:stretch/>
        </p:blipFill>
        <p:spPr>
          <a:xfrm>
            <a:off x="6350000" y="904240"/>
            <a:ext cx="4967520" cy="5185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Project setup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dirty="0" err="1">
                <a:solidFill>
                  <a:srgbClr val="000000"/>
                </a:solidFill>
                <a:latin typeface="Arial"/>
              </a:rPr>
              <a:t>Venv</a:t>
            </a:r>
            <a:r>
              <a:rPr lang="en-US" sz="180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Arial"/>
              </a:rPr>
              <a:t>aanmaken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Pip install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</a:rPr>
              <a:t>ultralytics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</a:rPr>
              <a:t>opencv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-python</a:t>
            </a:r>
          </a:p>
        </p:txBody>
      </p:sp>
      <p:pic>
        <p:nvPicPr>
          <p:cNvPr id="1026" name="Picture 2" descr="Ultralytics YOLO11 Has Arrived! Redefine What's Possible in AI!">
            <a:extLst>
              <a:ext uri="{FF2B5EF4-FFF2-40B4-BE49-F238E27FC236}">
                <a16:creationId xmlns:a16="http://schemas.microsoft.com/office/drawing/2014/main" id="{DD445495-BB89-A7D1-A95A-120B8764B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9136" y="1745754"/>
            <a:ext cx="6499081" cy="3699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Voorgetrainde modellen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9" name="Afbeelding 298"/>
          <p:cNvPicPr/>
          <p:nvPr/>
        </p:nvPicPr>
        <p:blipFill>
          <a:blip r:embed="rId2"/>
          <a:stretch/>
        </p:blipFill>
        <p:spPr>
          <a:xfrm>
            <a:off x="2125000" y="2964520"/>
            <a:ext cx="8736040" cy="3588680"/>
          </a:xfrm>
          <a:prstGeom prst="rect">
            <a:avLst/>
          </a:prstGeom>
          <a:ln w="0">
            <a:noFill/>
          </a:ln>
        </p:spPr>
      </p:pic>
      <p:pic>
        <p:nvPicPr>
          <p:cNvPr id="300" name="Afbeelding 299"/>
          <p:cNvPicPr/>
          <p:nvPr/>
        </p:nvPicPr>
        <p:blipFill>
          <a:blip r:embed="rId3"/>
          <a:stretch/>
        </p:blipFill>
        <p:spPr>
          <a:xfrm>
            <a:off x="2125840" y="1503360"/>
            <a:ext cx="8735200" cy="1412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Alternatieve formaten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686520" y="13716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Standaard =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pytorch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Onnx.py : omzetten .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pt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naar .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preprocess_onnx.sh: voorbereiden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quantizatie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onnx_statquant.py: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Wingdings"/>
              </a:rPr>
              <a:t>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statisch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quantized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q_model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: dynamische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quantizatie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3" name="Picture 4" descr="Execution Providers | onnxruntime"/>
          <p:cNvPicPr/>
          <p:nvPr/>
        </p:nvPicPr>
        <p:blipFill>
          <a:blip r:embed="rId2"/>
          <a:stretch/>
        </p:blipFill>
        <p:spPr>
          <a:xfrm>
            <a:off x="5750560" y="2722880"/>
            <a:ext cx="6228080" cy="394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Testen op foto’s/video’s/webcam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6" name="Afbeelding 4"/>
          <p:cNvPicPr/>
          <p:nvPr/>
        </p:nvPicPr>
        <p:blipFill>
          <a:blip r:embed="rId2"/>
          <a:stretch/>
        </p:blipFill>
        <p:spPr>
          <a:xfrm>
            <a:off x="1545480" y="3654720"/>
            <a:ext cx="3550320" cy="212400"/>
          </a:xfrm>
          <a:prstGeom prst="rect">
            <a:avLst/>
          </a:prstGeom>
          <a:ln w="0">
            <a:noFill/>
          </a:ln>
        </p:spPr>
      </p:pic>
      <p:pic>
        <p:nvPicPr>
          <p:cNvPr id="307" name="Afbeelding 6"/>
          <p:cNvPicPr/>
          <p:nvPr/>
        </p:nvPicPr>
        <p:blipFill>
          <a:blip r:embed="rId3"/>
          <a:stretch/>
        </p:blipFill>
        <p:spPr>
          <a:xfrm>
            <a:off x="5244480" y="1490400"/>
            <a:ext cx="6792480" cy="5055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Trainen met andere dataset(s)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18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Person dataset</a:t>
            </a: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1800" dirty="0">
                <a:solidFill>
                  <a:srgbClr val="191B0E"/>
                </a:solidFill>
                <a:latin typeface="Franklin Gothic Book"/>
              </a:rPr>
              <a:t>Één klasse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" name="Afbeelding 5" descr="Afbeelding met collage, schermopname, schoeisel, persoon&#10;&#10;Automatisch gegenereerde beschrijving">
            <a:extLst>
              <a:ext uri="{FF2B5EF4-FFF2-40B4-BE49-F238E27FC236}">
                <a16:creationId xmlns:a16="http://schemas.microsoft.com/office/drawing/2014/main" id="{FFFC5602-3077-5EA3-AA34-284D05182C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414" y="1880753"/>
            <a:ext cx="6063686" cy="43330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Demo + conclusie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Vid als het niet werkt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TM10001105[[fn=Bijgesneden]]</Template>
  <TotalTime>0</TotalTime>
  <Words>137</Words>
  <Application>Microsoft Office PowerPoint</Application>
  <PresentationFormat>Breedbeeld</PresentationFormat>
  <Paragraphs>34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24</vt:i4>
      </vt:variant>
      <vt:variant>
        <vt:lpstr>Diatitels</vt:lpstr>
      </vt:variant>
      <vt:variant>
        <vt:i4>11</vt:i4>
      </vt:variant>
    </vt:vector>
  </HeadingPairs>
  <TitlesOfParts>
    <vt:vector size="40" baseType="lpstr">
      <vt:lpstr>Arial</vt:lpstr>
      <vt:lpstr>Franklin Gothic Book</vt:lpstr>
      <vt:lpstr>Symbol</vt:lpstr>
      <vt:lpstr>Times New Roman</vt:lpstr>
      <vt:lpstr>Wingdings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AI Edge : Object detection yolov11</vt:lpstr>
      <vt:lpstr>Inhoudsopgave</vt:lpstr>
      <vt:lpstr>Model</vt:lpstr>
      <vt:lpstr>Dataset(s)</vt:lpstr>
      <vt:lpstr>Project setup</vt:lpstr>
      <vt:lpstr>Voorgetrainde modellen</vt:lpstr>
      <vt:lpstr>Alternatieve formaten</vt:lpstr>
      <vt:lpstr>Testen op foto’s/video’s/webcam</vt:lpstr>
      <vt:lpstr>Trainen met andere dataset(s)</vt:lpstr>
      <vt:lpstr>PowerPoint-presentatie</vt:lpstr>
      <vt:lpstr>Demo + conclusie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Andres Deklerck</dc:creator>
  <dc:description/>
  <cp:lastModifiedBy>Andres Deklerck</cp:lastModifiedBy>
  <cp:revision>6</cp:revision>
  <dcterms:created xsi:type="dcterms:W3CDTF">2024-12-15T14:30:37Z</dcterms:created>
  <dcterms:modified xsi:type="dcterms:W3CDTF">2024-12-18T10:15:19Z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Breedbeeld</vt:lpwstr>
  </property>
  <property fmtid="{D5CDD505-2E9C-101B-9397-08002B2CF9AE}" pid="3" name="Slides">
    <vt:i4>8</vt:i4>
  </property>
</Properties>
</file>