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‹nr.›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‹nr.›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‹nr.›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12/15/2024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‹nr.›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‹nr.›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12/15/2024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‹nr.›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27C551-AF8D-51AF-2817-C89B897D48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BE" sz="6600" dirty="0"/>
              <a:t>AI Edge : Object detection yolov11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D003EB9-CF72-1280-042F-68B9BF099E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dirty="0"/>
              <a:t>Groepsproject : Lane-assist for the visual disabled</a:t>
            </a:r>
          </a:p>
          <a:p>
            <a:r>
              <a:rPr lang="nl-BE" dirty="0"/>
              <a:t>Andres, Seraphin, Thomas</a:t>
            </a:r>
          </a:p>
        </p:txBody>
      </p:sp>
    </p:spTree>
    <p:extLst>
      <p:ext uri="{BB962C8B-B14F-4D97-AF65-F5344CB8AC3E}">
        <p14:creationId xmlns:p14="http://schemas.microsoft.com/office/powerpoint/2010/main" val="3202685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7E30A9-6B34-DE02-92AD-D7E58ECC2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Inhoudsopgave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6A15EA4-E044-740E-58FB-13C3B53D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Model</a:t>
            </a:r>
          </a:p>
          <a:p>
            <a:r>
              <a:rPr lang="nl-BE" dirty="0"/>
              <a:t>Dataset(s)</a:t>
            </a:r>
          </a:p>
          <a:p>
            <a:r>
              <a:rPr lang="nl-BE" dirty="0"/>
              <a:t>ONNX </a:t>
            </a:r>
            <a:r>
              <a:rPr lang="nl-BE" dirty="0" err="1"/>
              <a:t>runtime</a:t>
            </a:r>
            <a:endParaRPr lang="nl-BE" dirty="0"/>
          </a:p>
          <a:p>
            <a:r>
              <a:rPr lang="nl-BE" dirty="0"/>
              <a:t>Testen op foto’s/video’s</a:t>
            </a:r>
          </a:p>
          <a:p>
            <a:r>
              <a:rPr lang="nl-BE" dirty="0"/>
              <a:t>Testen met webcam</a:t>
            </a:r>
          </a:p>
          <a:p>
            <a:r>
              <a:rPr lang="nl-BE" dirty="0"/>
              <a:t>Trainen met dataset(s)</a:t>
            </a:r>
          </a:p>
          <a:p>
            <a:r>
              <a:rPr lang="nl-BE" dirty="0"/>
              <a:t>Demo + conclusie</a:t>
            </a:r>
          </a:p>
          <a:p>
            <a:pPr marL="0" indent="0">
              <a:buNone/>
            </a:pP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25580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569C5A-446F-EBE2-1048-1976E1EB6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Model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AE6FD2-44E2-B370-CA9C-3CB4CA7F5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Yolov11 ✅</a:t>
            </a:r>
          </a:p>
          <a:p>
            <a:r>
              <a:rPr lang="nl-BE" dirty="0"/>
              <a:t>Detectron ❌</a:t>
            </a:r>
          </a:p>
          <a:p>
            <a:endParaRPr lang="nl-BE" dirty="0"/>
          </a:p>
        </p:txBody>
      </p:sp>
      <p:pic>
        <p:nvPicPr>
          <p:cNvPr id="1026" name="Picture 2" descr="YOLO: Real-Time Object Detection">
            <a:extLst>
              <a:ext uri="{FF2B5EF4-FFF2-40B4-BE49-F238E27FC236}">
                <a16:creationId xmlns:a16="http://schemas.microsoft.com/office/drawing/2014/main" id="{DA991811-E8BD-847F-18B9-9E0F361A6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701" y="923925"/>
            <a:ext cx="5776524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236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47616C-D46D-E5BB-DED6-48F141C16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Dataset(s)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BA5AEC5-D9EE-5B8E-C988-482E40BC5E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015439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CBFF13-F37E-D840-0545-641958F83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ONNX </a:t>
            </a:r>
            <a:r>
              <a:rPr lang="nl-BE" dirty="0" err="1"/>
              <a:t>runtime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C5961F9-7FA7-CF1F-C515-FB3D3E58F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Onnx.py : omzetten .pt naar .onnx</a:t>
            </a:r>
          </a:p>
          <a:p>
            <a:r>
              <a:rPr lang="nl-BE" dirty="0"/>
              <a:t>Create_onnx_static_quant.py : onnx </a:t>
            </a:r>
            <a:r>
              <a:rPr lang="nl-BE" dirty="0">
                <a:sym typeface="Wingdings" panose="05000000000000000000" pitchFamily="2" charset="2"/>
              </a:rPr>
              <a:t> statisch quantized model</a:t>
            </a:r>
          </a:p>
          <a:p>
            <a:endParaRPr lang="nl-BE" dirty="0"/>
          </a:p>
        </p:txBody>
      </p:sp>
      <p:pic>
        <p:nvPicPr>
          <p:cNvPr id="2052" name="Picture 4" descr="Execution Providers | onnxruntime">
            <a:extLst>
              <a:ext uri="{FF2B5EF4-FFF2-40B4-BE49-F238E27FC236}">
                <a16:creationId xmlns:a16="http://schemas.microsoft.com/office/drawing/2014/main" id="{258246B2-D6F1-C54E-A511-37EB78D99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5737" y="3067049"/>
            <a:ext cx="5890201" cy="368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363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C789FE-5EC4-FA86-CA80-1F999DE1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Testen op foto’s/video’s/webcam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6BCBCF-F56F-E115-301F-5670D7CA7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BABCC277-B85A-3B67-2651-6EAFA465D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3654856"/>
            <a:ext cx="3550918" cy="21305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F646F840-137E-6A46-A390-70A255B85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384" y="1490472"/>
            <a:ext cx="6793324" cy="505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596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EA4EE8-BCF5-BF83-77F0-DEA5FFD9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Trainen met dataset(s)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17C1623-5F38-40A0-F68C-2E60D3813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68092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B2CE1E-514F-B407-DBF0-B5210031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Demo + conclusie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C89A2F-7009-B263-8727-C39CE40D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Vid als het niet werkt</a:t>
            </a:r>
          </a:p>
        </p:txBody>
      </p:sp>
    </p:spTree>
    <p:extLst>
      <p:ext uri="{BB962C8B-B14F-4D97-AF65-F5344CB8AC3E}">
        <p14:creationId xmlns:p14="http://schemas.microsoft.com/office/powerpoint/2010/main" val="1648749688"/>
      </p:ext>
    </p:extLst>
  </p:cSld>
  <p:clrMapOvr>
    <a:masterClrMapping/>
  </p:clrMapOvr>
</p:sld>
</file>

<file path=ppt/theme/theme1.xml><?xml version="1.0" encoding="utf-8"?>
<a:theme xmlns:a="http://schemas.openxmlformats.org/drawingml/2006/main" name="Bijgesneden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TM10001105[[fn=Bijgesneden]]</Template>
  <TotalTime>0</TotalTime>
  <Words>100</Words>
  <Application>Microsoft Office PowerPoint</Application>
  <PresentationFormat>Breedbeeld</PresentationFormat>
  <Paragraphs>22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Franklin Gothic Book</vt:lpstr>
      <vt:lpstr>Wingdings</vt:lpstr>
      <vt:lpstr>Bijgesneden</vt:lpstr>
      <vt:lpstr>AI Edge : Object detection yolov11</vt:lpstr>
      <vt:lpstr>Inhoudsopgave</vt:lpstr>
      <vt:lpstr>Model</vt:lpstr>
      <vt:lpstr>Dataset(s)</vt:lpstr>
      <vt:lpstr>ONNX runtime</vt:lpstr>
      <vt:lpstr>Testen op foto’s/video’s/webcam</vt:lpstr>
      <vt:lpstr>Trainen met dataset(s)</vt:lpstr>
      <vt:lpstr>Demo + 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Andres Deklerck</dc:creator>
  <cp:lastModifiedBy>Andres Deklerck</cp:lastModifiedBy>
  <cp:revision>2</cp:revision>
  <dcterms:created xsi:type="dcterms:W3CDTF">2024-12-15T14:30:37Z</dcterms:created>
  <dcterms:modified xsi:type="dcterms:W3CDTF">2024-12-15T18:02:38Z</dcterms:modified>
</cp:coreProperties>
</file>