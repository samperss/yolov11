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90" r:id="rId19"/>
    <p:sldMasterId id="2147483692" r:id="rId20"/>
    <p:sldMasterId id="2147483694" r:id="rId21"/>
    <p:sldMasterId id="2147483696" r:id="rId22"/>
    <p:sldMasterId id="2147483698" r:id="rId23"/>
    <p:sldMasterId id="2147483700" r:id="rId24"/>
    <p:sldMasterId id="2147483702" r:id="rId25"/>
  </p:sld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04591E-64FC-4750-BB87-259563200F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CD58B40-440D-45FE-BEBA-3DEBBEDBAF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26A9BEB-78A5-478D-B6A3-A33F577C583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F633888-B4C2-4F62-B1E4-4D32F062D1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19EC5AF-1174-4F23-AFEC-FB4EDA3D4A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F404AC7-585E-4DEE-B2A5-40FB706AB3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1665CD9-D1BB-4D7E-A8D0-4E7A4ED069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F27D24C-3D7A-44DB-8BC6-526B6BF289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0F2DF16-DC42-47A4-B619-7AA29D1181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B02B8C5B-FBD9-495B-89D0-14E8A02090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0E9BC45D-6DE8-4E1E-8195-FCF1AB64B2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5F9ACED5-9E75-49C3-A357-962C54C944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ACC2869F-60CA-494F-A966-7A0482A532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DC47A320-3809-457C-8828-F3A6165390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0B207151-858D-4792-959F-82BE181714E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05042A53-7A02-4C30-8AAD-0467010BB6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B52D16DF-A3C0-4836-8F15-4E3CE466CB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2620348A-64F0-44D5-80BB-388472AE2B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46508B1B-36C6-4C0F-81B4-80EF9F7211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A9C4EEFD-3684-4473-BAF2-6C5703B848B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05A0D17C-1699-4BDC-8F87-032E5532D3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00B5AFD3-3A47-48B1-A079-D92C09F6AE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D34504C3-A40C-4326-BD76-EDA10F1C74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E9EC271D-B82A-4FDA-B8A6-BBC646B498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9D42BA09-90A2-4B3E-B5E2-B5FD68F3F8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13F96678-AC9D-47A1-8826-D3987035C0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E811CE37-2D73-4EDD-B355-A414E146F3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F4596CD1-3B41-4B00-842C-19E3132BAE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43311B4B-8A50-4BE9-8FFD-C15E09E39E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8058C567-6D12-45EA-BC74-2D6B577F01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F059CA7E-7D76-4940-BFF4-B59AF0D073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17C9AB5F-EE4D-48F4-A945-14840271D6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26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27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8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9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30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31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3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8" hidden="1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grpSp>
        <p:nvGrpSpPr>
          <p:cNvPr id="1" name="Group 6"/>
          <p:cNvGrpSpPr/>
          <p:nvPr/>
        </p:nvGrpSpPr>
        <p:grpSpPr>
          <a:xfrm>
            <a:off x="752040" y="743760"/>
            <a:ext cx="10674000" cy="5349600"/>
            <a:chOff x="752040" y="743760"/>
            <a:chExt cx="10674000" cy="5349600"/>
          </a:xfrm>
        </p:grpSpPr>
        <p:sp>
          <p:nvSpPr>
            <p:cNvPr id="2" name="Freeform 6"/>
            <p:cNvSpPr/>
            <p:nvPr/>
          </p:nvSpPr>
          <p:spPr>
            <a:xfrm>
              <a:off x="8151840" y="1685520"/>
              <a:ext cx="3274200" cy="4407840"/>
            </a:xfrm>
            <a:custGeom>
              <a:avLst/>
              <a:gdLst>
                <a:gd name="textAreaLeft" fmla="*/ 0 w 3274200"/>
                <a:gd name="textAreaRight" fmla="*/ 3274920 w 3274200"/>
                <a:gd name="textAreaTop" fmla="*/ 0 h 4407840"/>
                <a:gd name="textAreaBottom" fmla="*/ 4408560 h 4407840"/>
              </a:gdLst>
              <a:ahLst/>
              <a:rect l="textAreaLeft" t="textAreaTop" r="textAreaRight" b="textAreaBottom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3" name="Freeform 6"/>
            <p:cNvSpPr/>
            <p:nvPr/>
          </p:nvSpPr>
          <p:spPr>
            <a:xfrm flipH="1" flipV="1">
              <a:off x="751320" y="743760"/>
              <a:ext cx="3274920" cy="4407840"/>
            </a:xfrm>
            <a:custGeom>
              <a:avLst/>
              <a:gdLst>
                <a:gd name="textAreaLeft" fmla="*/ 360 w 3274920"/>
                <a:gd name="textAreaRight" fmla="*/ 3276000 w 3274920"/>
                <a:gd name="textAreaTop" fmla="*/ -360 h 4407840"/>
                <a:gd name="textAreaBottom" fmla="*/ 4408200 h 4407840"/>
              </a:gdLst>
              <a:ahLst/>
              <a:rect l="textAreaLeft" t="textAreaTop" r="textAreaRight" b="textAreaBottom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371600" y="2286000"/>
            <a:ext cx="46846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6291360" y="2286000"/>
            <a:ext cx="46846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>
          <a:xfrm>
            <a:off x="1371600" y="4156560"/>
            <a:ext cx="96004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1"/>
          </p:nvPr>
        </p:nvSpPr>
        <p:spPr>
          <a:xfrm>
            <a:off x="2584080" y="6453360"/>
            <a:ext cx="7022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2"/>
          </p:nvPr>
        </p:nvSpPr>
        <p:spPr>
          <a:xfrm>
            <a:off x="983052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7854D3-A23A-4A1D-A13C-B2CC412CC8A8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7"/>
          <p:cNvSpPr>
            <a:spLocks noGrp="1"/>
          </p:cNvSpPr>
          <p:nvPr>
            <p:ph type="dt" idx="3"/>
          </p:nvPr>
        </p:nvSpPr>
        <p:spPr>
          <a:xfrm>
            <a:off x="752760" y="6453360"/>
            <a:ext cx="16074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 hidden="1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grpSp>
        <p:nvGrpSpPr>
          <p:cNvPr id="16" name="Group 6"/>
          <p:cNvGrpSpPr/>
          <p:nvPr/>
        </p:nvGrpSpPr>
        <p:grpSpPr>
          <a:xfrm>
            <a:off x="752040" y="743760"/>
            <a:ext cx="10674000" cy="5349600"/>
            <a:chOff x="752040" y="743760"/>
            <a:chExt cx="10674000" cy="5349600"/>
          </a:xfrm>
        </p:grpSpPr>
        <p:sp>
          <p:nvSpPr>
            <p:cNvPr id="17" name="Freeform 6"/>
            <p:cNvSpPr/>
            <p:nvPr/>
          </p:nvSpPr>
          <p:spPr>
            <a:xfrm>
              <a:off x="8151840" y="1685520"/>
              <a:ext cx="3274200" cy="4407840"/>
            </a:xfrm>
            <a:custGeom>
              <a:avLst/>
              <a:gdLst>
                <a:gd name="textAreaLeft" fmla="*/ 0 w 3274200"/>
                <a:gd name="textAreaRight" fmla="*/ 3274920 w 3274200"/>
                <a:gd name="textAreaTop" fmla="*/ 0 h 4407840"/>
                <a:gd name="textAreaBottom" fmla="*/ 4408560 h 4407840"/>
              </a:gdLst>
              <a:ahLst/>
              <a:rect l="textAreaLeft" t="textAreaTop" r="textAreaRight" b="textAreaBottom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18" name="Freeform 6"/>
            <p:cNvSpPr/>
            <p:nvPr/>
          </p:nvSpPr>
          <p:spPr>
            <a:xfrm flipH="1" flipV="1">
              <a:off x="751320" y="743760"/>
              <a:ext cx="3274920" cy="4407840"/>
            </a:xfrm>
            <a:custGeom>
              <a:avLst/>
              <a:gdLst>
                <a:gd name="textAreaLeft" fmla="*/ 360 w 3274920"/>
                <a:gd name="textAreaRight" fmla="*/ 3276000 w 3274920"/>
                <a:gd name="textAreaTop" fmla="*/ -360 h 4407840"/>
                <a:gd name="textAreaBottom" fmla="*/ 4408200 h 4407840"/>
              </a:gdLst>
              <a:ahLst/>
              <a:rect l="textAreaLeft" t="textAreaTop" r="textAreaRight" b="textAreaBottom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371600" y="2286000"/>
            <a:ext cx="96004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371600" y="4156560"/>
            <a:ext cx="96004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4"/>
          </p:nvPr>
        </p:nvSpPr>
        <p:spPr>
          <a:xfrm>
            <a:off x="2584080" y="6453360"/>
            <a:ext cx="7022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5"/>
          </p:nvPr>
        </p:nvSpPr>
        <p:spPr>
          <a:xfrm>
            <a:off x="983052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B7A359-A202-474A-82BB-DF8E732C4F44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dt" idx="6"/>
          </p:nvPr>
        </p:nvSpPr>
        <p:spPr>
          <a:xfrm>
            <a:off x="752760" y="6453360"/>
            <a:ext cx="16074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8" hidden="1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grpSp>
        <p:nvGrpSpPr>
          <p:cNvPr id="29" name="Group 6"/>
          <p:cNvGrpSpPr/>
          <p:nvPr/>
        </p:nvGrpSpPr>
        <p:grpSpPr>
          <a:xfrm>
            <a:off x="752040" y="743760"/>
            <a:ext cx="10674000" cy="5349600"/>
            <a:chOff x="752040" y="743760"/>
            <a:chExt cx="10674000" cy="5349600"/>
          </a:xfrm>
        </p:grpSpPr>
        <p:sp>
          <p:nvSpPr>
            <p:cNvPr id="30" name="Freeform 6"/>
            <p:cNvSpPr/>
            <p:nvPr/>
          </p:nvSpPr>
          <p:spPr>
            <a:xfrm>
              <a:off x="8151840" y="1685520"/>
              <a:ext cx="3274200" cy="4407840"/>
            </a:xfrm>
            <a:custGeom>
              <a:avLst/>
              <a:gdLst>
                <a:gd name="textAreaLeft" fmla="*/ 0 w 3274200"/>
                <a:gd name="textAreaRight" fmla="*/ 3274920 w 3274200"/>
                <a:gd name="textAreaTop" fmla="*/ 0 h 4407840"/>
                <a:gd name="textAreaBottom" fmla="*/ 4408560 h 4407840"/>
              </a:gdLst>
              <a:ahLst/>
              <a:rect l="textAreaLeft" t="textAreaTop" r="textAreaRight" b="textAreaBottom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31" name="Freeform 6"/>
            <p:cNvSpPr/>
            <p:nvPr/>
          </p:nvSpPr>
          <p:spPr>
            <a:xfrm flipH="1" flipV="1">
              <a:off x="751320" y="743760"/>
              <a:ext cx="3274920" cy="4407840"/>
            </a:xfrm>
            <a:custGeom>
              <a:avLst/>
              <a:gdLst>
                <a:gd name="textAreaLeft" fmla="*/ 360 w 3274920"/>
                <a:gd name="textAreaRight" fmla="*/ 3276000 w 3274920"/>
                <a:gd name="textAreaTop" fmla="*/ -360 h 4407840"/>
                <a:gd name="textAreaBottom" fmla="*/ 4408200 h 4407840"/>
              </a:gdLst>
              <a:ahLst/>
              <a:rect l="textAreaLeft" t="textAreaTop" r="textAreaRight" b="textAreaBottom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1371600" y="2286000"/>
            <a:ext cx="46846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291360" y="2286000"/>
            <a:ext cx="46846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1371600" y="4156560"/>
            <a:ext cx="46846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291360" y="4156560"/>
            <a:ext cx="46846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ftr" idx="7"/>
          </p:nvPr>
        </p:nvSpPr>
        <p:spPr>
          <a:xfrm>
            <a:off x="2584080" y="6453360"/>
            <a:ext cx="7022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sldNum" idx="8"/>
          </p:nvPr>
        </p:nvSpPr>
        <p:spPr>
          <a:xfrm>
            <a:off x="983052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D3069A-B913-4091-92A4-E37D776F8AE4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dt" idx="9"/>
          </p:nvPr>
        </p:nvSpPr>
        <p:spPr>
          <a:xfrm>
            <a:off x="752760" y="6453360"/>
            <a:ext cx="16074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8" hidden="1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grpSp>
        <p:nvGrpSpPr>
          <p:cNvPr id="46" name="Group 6"/>
          <p:cNvGrpSpPr/>
          <p:nvPr/>
        </p:nvGrpSpPr>
        <p:grpSpPr>
          <a:xfrm>
            <a:off x="752040" y="743760"/>
            <a:ext cx="10674000" cy="5349600"/>
            <a:chOff x="752040" y="743760"/>
            <a:chExt cx="10674000" cy="5349600"/>
          </a:xfrm>
        </p:grpSpPr>
        <p:sp>
          <p:nvSpPr>
            <p:cNvPr id="47" name="Freeform 6"/>
            <p:cNvSpPr/>
            <p:nvPr/>
          </p:nvSpPr>
          <p:spPr>
            <a:xfrm>
              <a:off x="8151840" y="1685520"/>
              <a:ext cx="3274200" cy="4407840"/>
            </a:xfrm>
            <a:custGeom>
              <a:avLst/>
              <a:gdLst>
                <a:gd name="textAreaLeft" fmla="*/ 0 w 3274200"/>
                <a:gd name="textAreaRight" fmla="*/ 3274920 w 3274200"/>
                <a:gd name="textAreaTop" fmla="*/ 0 h 4407840"/>
                <a:gd name="textAreaBottom" fmla="*/ 4408560 h 4407840"/>
              </a:gdLst>
              <a:ahLst/>
              <a:rect l="textAreaLeft" t="textAreaTop" r="textAreaRight" b="textAreaBottom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48" name="Freeform 6"/>
            <p:cNvSpPr/>
            <p:nvPr/>
          </p:nvSpPr>
          <p:spPr>
            <a:xfrm flipH="1" flipV="1">
              <a:off x="751320" y="743760"/>
              <a:ext cx="3274920" cy="4407840"/>
            </a:xfrm>
            <a:custGeom>
              <a:avLst/>
              <a:gdLst>
                <a:gd name="textAreaLeft" fmla="*/ 360 w 3274920"/>
                <a:gd name="textAreaRight" fmla="*/ 3276000 w 3274920"/>
                <a:gd name="textAreaTop" fmla="*/ -360 h 4407840"/>
                <a:gd name="textAreaBottom" fmla="*/ 4408200 h 4407840"/>
              </a:gdLst>
              <a:ahLst/>
              <a:rect l="textAreaLeft" t="textAreaTop" r="textAreaRight" b="textAreaBottom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371600" y="2286000"/>
            <a:ext cx="309096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17720" y="2286000"/>
            <a:ext cx="309096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7864200" y="2286000"/>
            <a:ext cx="309096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1371600" y="4156560"/>
            <a:ext cx="309096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4617720" y="4156560"/>
            <a:ext cx="309096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7864200" y="4156560"/>
            <a:ext cx="309096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ftr" idx="10"/>
          </p:nvPr>
        </p:nvSpPr>
        <p:spPr>
          <a:xfrm>
            <a:off x="2584080" y="6453360"/>
            <a:ext cx="7022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7" name="PlaceHolder 9"/>
          <p:cNvSpPr>
            <a:spLocks noGrp="1"/>
          </p:cNvSpPr>
          <p:nvPr>
            <p:ph type="sldNum" idx="11"/>
          </p:nvPr>
        </p:nvSpPr>
        <p:spPr>
          <a:xfrm>
            <a:off x="983052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0915D3-0E33-4A6D-9917-C34F188675F6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" name="PlaceHolder 10"/>
          <p:cNvSpPr>
            <a:spLocks noGrp="1"/>
          </p:cNvSpPr>
          <p:nvPr>
            <p:ph type="dt" idx="12"/>
          </p:nvPr>
        </p:nvSpPr>
        <p:spPr>
          <a:xfrm>
            <a:off x="752760" y="6453360"/>
            <a:ext cx="16074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8" hidden="1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grpSp>
        <p:nvGrpSpPr>
          <p:cNvPr id="60" name="Group 6"/>
          <p:cNvGrpSpPr/>
          <p:nvPr/>
        </p:nvGrpSpPr>
        <p:grpSpPr>
          <a:xfrm>
            <a:off x="752040" y="743760"/>
            <a:ext cx="10674000" cy="5349600"/>
            <a:chOff x="752040" y="743760"/>
            <a:chExt cx="10674000" cy="5349600"/>
          </a:xfrm>
        </p:grpSpPr>
        <p:sp>
          <p:nvSpPr>
            <p:cNvPr id="61" name="Freeform 6"/>
            <p:cNvSpPr/>
            <p:nvPr/>
          </p:nvSpPr>
          <p:spPr>
            <a:xfrm>
              <a:off x="8151840" y="1685520"/>
              <a:ext cx="3274200" cy="4407840"/>
            </a:xfrm>
            <a:custGeom>
              <a:avLst/>
              <a:gdLst>
                <a:gd name="textAreaLeft" fmla="*/ 0 w 3274200"/>
                <a:gd name="textAreaRight" fmla="*/ 3274920 w 3274200"/>
                <a:gd name="textAreaTop" fmla="*/ 0 h 4407840"/>
                <a:gd name="textAreaBottom" fmla="*/ 4408560 h 4407840"/>
              </a:gdLst>
              <a:ahLst/>
              <a:rect l="textAreaLeft" t="textAreaTop" r="textAreaRight" b="textAreaBottom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62" name="Freeform 6"/>
            <p:cNvSpPr/>
            <p:nvPr/>
          </p:nvSpPr>
          <p:spPr>
            <a:xfrm flipH="1" flipV="1">
              <a:off x="751320" y="743760"/>
              <a:ext cx="3274920" cy="4407840"/>
            </a:xfrm>
            <a:custGeom>
              <a:avLst/>
              <a:gdLst>
                <a:gd name="textAreaLeft" fmla="*/ 360 w 3274920"/>
                <a:gd name="textAreaRight" fmla="*/ 3276000 w 3274920"/>
                <a:gd name="textAreaTop" fmla="*/ -360 h 4407840"/>
                <a:gd name="textAreaBottom" fmla="*/ 4408200 h 4407840"/>
              </a:gdLst>
              <a:ahLst/>
              <a:rect l="textAreaLeft" t="textAreaTop" r="textAreaRight" b="textAreaBottom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63" name="PlaceHolder 1"/>
          <p:cNvSpPr>
            <a:spLocks noGrp="1"/>
          </p:cNvSpPr>
          <p:nvPr>
            <p:ph type="ftr" idx="13"/>
          </p:nvPr>
        </p:nvSpPr>
        <p:spPr>
          <a:xfrm>
            <a:off x="2584080" y="6453360"/>
            <a:ext cx="7022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ldNum" idx="14"/>
          </p:nvPr>
        </p:nvSpPr>
        <p:spPr>
          <a:xfrm>
            <a:off x="983052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2CAA51-2E37-4871-A2BD-B2645C85DAD8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dt" idx="15"/>
          </p:nvPr>
        </p:nvSpPr>
        <p:spPr>
          <a:xfrm>
            <a:off x="752760" y="6453360"/>
            <a:ext cx="16074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8" hidden="1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grpSp>
        <p:nvGrpSpPr>
          <p:cNvPr id="67" name="Group 6"/>
          <p:cNvGrpSpPr/>
          <p:nvPr/>
        </p:nvGrpSpPr>
        <p:grpSpPr>
          <a:xfrm>
            <a:off x="752040" y="743760"/>
            <a:ext cx="10674000" cy="5349600"/>
            <a:chOff x="752040" y="743760"/>
            <a:chExt cx="10674000" cy="5349600"/>
          </a:xfrm>
        </p:grpSpPr>
        <p:sp>
          <p:nvSpPr>
            <p:cNvPr id="68" name="Freeform 6"/>
            <p:cNvSpPr/>
            <p:nvPr/>
          </p:nvSpPr>
          <p:spPr>
            <a:xfrm>
              <a:off x="8151840" y="1685520"/>
              <a:ext cx="3274200" cy="4407840"/>
            </a:xfrm>
            <a:custGeom>
              <a:avLst/>
              <a:gdLst>
                <a:gd name="textAreaLeft" fmla="*/ 0 w 3274200"/>
                <a:gd name="textAreaRight" fmla="*/ 3274920 w 3274200"/>
                <a:gd name="textAreaTop" fmla="*/ 0 h 4407840"/>
                <a:gd name="textAreaBottom" fmla="*/ 4408560 h 4407840"/>
              </a:gdLst>
              <a:ahLst/>
              <a:rect l="textAreaLeft" t="textAreaTop" r="textAreaRight" b="textAreaBottom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69" name="Freeform 6"/>
            <p:cNvSpPr/>
            <p:nvPr/>
          </p:nvSpPr>
          <p:spPr>
            <a:xfrm flipH="1" flipV="1">
              <a:off x="751320" y="743760"/>
              <a:ext cx="3274920" cy="4407840"/>
            </a:xfrm>
            <a:custGeom>
              <a:avLst/>
              <a:gdLst>
                <a:gd name="textAreaLeft" fmla="*/ 360 w 3274920"/>
                <a:gd name="textAreaRight" fmla="*/ 3276000 w 3274920"/>
                <a:gd name="textAreaTop" fmla="*/ -360 h 4407840"/>
                <a:gd name="textAreaBottom" fmla="*/ 4408200 h 4407840"/>
              </a:gdLst>
              <a:ahLst/>
              <a:rect l="textAreaLeft" t="textAreaTop" r="textAreaRight" b="textAreaBottom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ftr" idx="16"/>
          </p:nvPr>
        </p:nvSpPr>
        <p:spPr>
          <a:xfrm>
            <a:off x="2584080" y="6453360"/>
            <a:ext cx="7022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17"/>
          </p:nvPr>
        </p:nvSpPr>
        <p:spPr>
          <a:xfrm>
            <a:off x="983052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0E69A9-DBF9-475A-B913-41FB27E6BEBF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18"/>
          </p:nvPr>
        </p:nvSpPr>
        <p:spPr>
          <a:xfrm>
            <a:off x="752760" y="6453360"/>
            <a:ext cx="16074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8" hidden="1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grpSp>
        <p:nvGrpSpPr>
          <p:cNvPr id="78" name="Group 6"/>
          <p:cNvGrpSpPr/>
          <p:nvPr/>
        </p:nvGrpSpPr>
        <p:grpSpPr>
          <a:xfrm>
            <a:off x="752040" y="743760"/>
            <a:ext cx="10674000" cy="5349600"/>
            <a:chOff x="752040" y="743760"/>
            <a:chExt cx="10674000" cy="5349600"/>
          </a:xfrm>
        </p:grpSpPr>
        <p:sp>
          <p:nvSpPr>
            <p:cNvPr id="79" name="Freeform 6"/>
            <p:cNvSpPr/>
            <p:nvPr/>
          </p:nvSpPr>
          <p:spPr>
            <a:xfrm>
              <a:off x="8151840" y="1685520"/>
              <a:ext cx="3274200" cy="4407840"/>
            </a:xfrm>
            <a:custGeom>
              <a:avLst/>
              <a:gdLst>
                <a:gd name="textAreaLeft" fmla="*/ 0 w 3274200"/>
                <a:gd name="textAreaRight" fmla="*/ 3274920 w 3274200"/>
                <a:gd name="textAreaTop" fmla="*/ 0 h 4407840"/>
                <a:gd name="textAreaBottom" fmla="*/ 4408560 h 4407840"/>
              </a:gdLst>
              <a:ahLst/>
              <a:rect l="textAreaLeft" t="textAreaTop" r="textAreaRight" b="textAreaBottom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80" name="Freeform 6"/>
            <p:cNvSpPr/>
            <p:nvPr/>
          </p:nvSpPr>
          <p:spPr>
            <a:xfrm flipH="1" flipV="1">
              <a:off x="751320" y="743760"/>
              <a:ext cx="3274920" cy="4407840"/>
            </a:xfrm>
            <a:custGeom>
              <a:avLst/>
              <a:gdLst>
                <a:gd name="textAreaLeft" fmla="*/ 360 w 3274920"/>
                <a:gd name="textAreaRight" fmla="*/ 3276000 w 3274920"/>
                <a:gd name="textAreaTop" fmla="*/ -360 h 4407840"/>
                <a:gd name="textAreaBottom" fmla="*/ 4408200 h 4407840"/>
              </a:gdLst>
              <a:ahLst/>
              <a:rect l="textAreaLeft" t="textAreaTop" r="textAreaRight" b="textAreaBottom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1371600" y="2286000"/>
            <a:ext cx="9600480" cy="358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ftr" idx="19"/>
          </p:nvPr>
        </p:nvSpPr>
        <p:spPr>
          <a:xfrm>
            <a:off x="2584080" y="6453360"/>
            <a:ext cx="7022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sldNum" idx="20"/>
          </p:nvPr>
        </p:nvSpPr>
        <p:spPr>
          <a:xfrm>
            <a:off x="983052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729AC5-2F8E-4F1C-9D41-BC4697C624A8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dt" idx="21"/>
          </p:nvPr>
        </p:nvSpPr>
        <p:spPr>
          <a:xfrm>
            <a:off x="752760" y="6453360"/>
            <a:ext cx="16074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" hidden="1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grpSp>
        <p:nvGrpSpPr>
          <p:cNvPr id="89" name="Group 6"/>
          <p:cNvGrpSpPr/>
          <p:nvPr/>
        </p:nvGrpSpPr>
        <p:grpSpPr>
          <a:xfrm>
            <a:off x="752040" y="743760"/>
            <a:ext cx="10674000" cy="5349600"/>
            <a:chOff x="752040" y="743760"/>
            <a:chExt cx="10674000" cy="5349600"/>
          </a:xfrm>
        </p:grpSpPr>
        <p:sp>
          <p:nvSpPr>
            <p:cNvPr id="90" name="Freeform 6"/>
            <p:cNvSpPr/>
            <p:nvPr/>
          </p:nvSpPr>
          <p:spPr>
            <a:xfrm>
              <a:off x="8151840" y="1685520"/>
              <a:ext cx="3274200" cy="4407840"/>
            </a:xfrm>
            <a:custGeom>
              <a:avLst/>
              <a:gdLst>
                <a:gd name="textAreaLeft" fmla="*/ 0 w 3274200"/>
                <a:gd name="textAreaRight" fmla="*/ 3274920 w 3274200"/>
                <a:gd name="textAreaTop" fmla="*/ 0 h 4407840"/>
                <a:gd name="textAreaBottom" fmla="*/ 4408560 h 4407840"/>
              </a:gdLst>
              <a:ahLst/>
              <a:rect l="textAreaLeft" t="textAreaTop" r="textAreaRight" b="textAreaBottom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91" name="Freeform 6"/>
            <p:cNvSpPr/>
            <p:nvPr/>
          </p:nvSpPr>
          <p:spPr>
            <a:xfrm flipH="1" flipV="1">
              <a:off x="751320" y="743760"/>
              <a:ext cx="3274920" cy="4407840"/>
            </a:xfrm>
            <a:custGeom>
              <a:avLst/>
              <a:gdLst>
                <a:gd name="textAreaLeft" fmla="*/ 360 w 3274920"/>
                <a:gd name="textAreaRight" fmla="*/ 3276000 w 3274920"/>
                <a:gd name="textAreaTop" fmla="*/ -360 h 4407840"/>
                <a:gd name="textAreaBottom" fmla="*/ 4408200 h 4407840"/>
              </a:gdLst>
              <a:ahLst/>
              <a:rect l="textAreaLeft" t="textAreaTop" r="textAreaRight" b="textAreaBottom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1371600" y="2286000"/>
            <a:ext cx="4684680" cy="358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6291360" y="2286000"/>
            <a:ext cx="4684680" cy="358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ftr" idx="22"/>
          </p:nvPr>
        </p:nvSpPr>
        <p:spPr>
          <a:xfrm>
            <a:off x="2584080" y="6453360"/>
            <a:ext cx="7022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sldNum" idx="23"/>
          </p:nvPr>
        </p:nvSpPr>
        <p:spPr>
          <a:xfrm>
            <a:off x="983052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800B45-B77C-4164-9E29-802383D9008A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dt" idx="24"/>
          </p:nvPr>
        </p:nvSpPr>
        <p:spPr>
          <a:xfrm>
            <a:off x="752760" y="6453360"/>
            <a:ext cx="16074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8" hidden="1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grpSp>
        <p:nvGrpSpPr>
          <p:cNvPr id="102" name="Group 6"/>
          <p:cNvGrpSpPr/>
          <p:nvPr/>
        </p:nvGrpSpPr>
        <p:grpSpPr>
          <a:xfrm>
            <a:off x="752040" y="743760"/>
            <a:ext cx="10674000" cy="5349600"/>
            <a:chOff x="752040" y="743760"/>
            <a:chExt cx="10674000" cy="5349600"/>
          </a:xfrm>
        </p:grpSpPr>
        <p:sp>
          <p:nvSpPr>
            <p:cNvPr id="103" name="Freeform 6"/>
            <p:cNvSpPr/>
            <p:nvPr/>
          </p:nvSpPr>
          <p:spPr>
            <a:xfrm>
              <a:off x="8151840" y="1685520"/>
              <a:ext cx="3274200" cy="4407840"/>
            </a:xfrm>
            <a:custGeom>
              <a:avLst/>
              <a:gdLst>
                <a:gd name="textAreaLeft" fmla="*/ 0 w 3274200"/>
                <a:gd name="textAreaRight" fmla="*/ 3274920 w 3274200"/>
                <a:gd name="textAreaTop" fmla="*/ 0 h 4407840"/>
                <a:gd name="textAreaBottom" fmla="*/ 4408560 h 4407840"/>
              </a:gdLst>
              <a:ahLst/>
              <a:rect l="textAreaLeft" t="textAreaTop" r="textAreaRight" b="textAreaBottom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104" name="Freeform 6"/>
            <p:cNvSpPr/>
            <p:nvPr/>
          </p:nvSpPr>
          <p:spPr>
            <a:xfrm flipH="1" flipV="1">
              <a:off x="751320" y="743760"/>
              <a:ext cx="3274920" cy="4407840"/>
            </a:xfrm>
            <a:custGeom>
              <a:avLst/>
              <a:gdLst>
                <a:gd name="textAreaLeft" fmla="*/ 360 w 3274920"/>
                <a:gd name="textAreaRight" fmla="*/ 3276000 w 3274920"/>
                <a:gd name="textAreaTop" fmla="*/ -360 h 4407840"/>
                <a:gd name="textAreaBottom" fmla="*/ 4408200 h 4407840"/>
              </a:gdLst>
              <a:ahLst/>
              <a:rect l="textAreaLeft" t="textAreaTop" r="textAreaRight" b="textAreaBottom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ftr" idx="25"/>
          </p:nvPr>
        </p:nvSpPr>
        <p:spPr>
          <a:xfrm>
            <a:off x="2584080" y="6453360"/>
            <a:ext cx="7022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26"/>
          </p:nvPr>
        </p:nvSpPr>
        <p:spPr>
          <a:xfrm>
            <a:off x="983052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58A397-E972-4BDB-92FC-FE7D8A5FD24E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dt" idx="27"/>
          </p:nvPr>
        </p:nvSpPr>
        <p:spPr>
          <a:xfrm>
            <a:off x="752760" y="6453360"/>
            <a:ext cx="16074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8" hidden="1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grpSp>
        <p:nvGrpSpPr>
          <p:cNvPr id="111" name="Group 6"/>
          <p:cNvGrpSpPr/>
          <p:nvPr/>
        </p:nvGrpSpPr>
        <p:grpSpPr>
          <a:xfrm>
            <a:off x="752040" y="743760"/>
            <a:ext cx="10674000" cy="5349600"/>
            <a:chOff x="752040" y="743760"/>
            <a:chExt cx="10674000" cy="5349600"/>
          </a:xfrm>
        </p:grpSpPr>
        <p:sp>
          <p:nvSpPr>
            <p:cNvPr id="112" name="Freeform 6"/>
            <p:cNvSpPr/>
            <p:nvPr/>
          </p:nvSpPr>
          <p:spPr>
            <a:xfrm>
              <a:off x="8151840" y="1685520"/>
              <a:ext cx="3274200" cy="4407840"/>
            </a:xfrm>
            <a:custGeom>
              <a:avLst/>
              <a:gdLst>
                <a:gd name="textAreaLeft" fmla="*/ 0 w 3274200"/>
                <a:gd name="textAreaRight" fmla="*/ 3274920 w 3274200"/>
                <a:gd name="textAreaTop" fmla="*/ 0 h 4407840"/>
                <a:gd name="textAreaBottom" fmla="*/ 4408560 h 4407840"/>
              </a:gdLst>
              <a:ahLst/>
              <a:rect l="textAreaLeft" t="textAreaTop" r="textAreaRight" b="textAreaBottom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113" name="Freeform 6"/>
            <p:cNvSpPr/>
            <p:nvPr/>
          </p:nvSpPr>
          <p:spPr>
            <a:xfrm flipH="1" flipV="1">
              <a:off x="751320" y="743760"/>
              <a:ext cx="3274920" cy="4407840"/>
            </a:xfrm>
            <a:custGeom>
              <a:avLst/>
              <a:gdLst>
                <a:gd name="textAreaLeft" fmla="*/ 360 w 3274920"/>
                <a:gd name="textAreaRight" fmla="*/ 3276000 w 3274920"/>
                <a:gd name="textAreaTop" fmla="*/ -360 h 4407840"/>
                <a:gd name="textAreaBottom" fmla="*/ 4408200 h 4407840"/>
              </a:gdLst>
              <a:ahLst/>
              <a:rect l="textAreaLeft" t="textAreaTop" r="textAreaRight" b="textAreaBottom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14" name="PlaceHolder 1"/>
          <p:cNvSpPr>
            <a:spLocks noGrp="1"/>
          </p:cNvSpPr>
          <p:nvPr>
            <p:ph type="ftr" idx="28"/>
          </p:nvPr>
        </p:nvSpPr>
        <p:spPr>
          <a:xfrm>
            <a:off x="2584080" y="6453360"/>
            <a:ext cx="7022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ldNum" idx="29"/>
          </p:nvPr>
        </p:nvSpPr>
        <p:spPr>
          <a:xfrm>
            <a:off x="983052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B73667-88E3-4714-AEC9-B9A8B3E1D877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30"/>
          </p:nvPr>
        </p:nvSpPr>
        <p:spPr>
          <a:xfrm>
            <a:off x="752760" y="6453360"/>
            <a:ext cx="16074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8" hidden="1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grpSp>
        <p:nvGrpSpPr>
          <p:cNvPr id="118" name="Group 6"/>
          <p:cNvGrpSpPr/>
          <p:nvPr/>
        </p:nvGrpSpPr>
        <p:grpSpPr>
          <a:xfrm>
            <a:off x="752040" y="743760"/>
            <a:ext cx="10674000" cy="5349600"/>
            <a:chOff x="752040" y="743760"/>
            <a:chExt cx="10674000" cy="5349600"/>
          </a:xfrm>
        </p:grpSpPr>
        <p:sp>
          <p:nvSpPr>
            <p:cNvPr id="119" name="Freeform 6"/>
            <p:cNvSpPr/>
            <p:nvPr/>
          </p:nvSpPr>
          <p:spPr>
            <a:xfrm>
              <a:off x="8151840" y="1685520"/>
              <a:ext cx="3274200" cy="4407840"/>
            </a:xfrm>
            <a:custGeom>
              <a:avLst/>
              <a:gdLst>
                <a:gd name="textAreaLeft" fmla="*/ 0 w 3274200"/>
                <a:gd name="textAreaRight" fmla="*/ 3274920 w 3274200"/>
                <a:gd name="textAreaTop" fmla="*/ 0 h 4407840"/>
                <a:gd name="textAreaBottom" fmla="*/ 4408560 h 4407840"/>
              </a:gdLst>
              <a:ahLst/>
              <a:rect l="textAreaLeft" t="textAreaTop" r="textAreaRight" b="textAreaBottom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120" name="Freeform 6"/>
            <p:cNvSpPr/>
            <p:nvPr/>
          </p:nvSpPr>
          <p:spPr>
            <a:xfrm flipH="1" flipV="1">
              <a:off x="751320" y="743760"/>
              <a:ext cx="3274920" cy="4407840"/>
            </a:xfrm>
            <a:custGeom>
              <a:avLst/>
              <a:gdLst>
                <a:gd name="textAreaLeft" fmla="*/ 360 w 3274920"/>
                <a:gd name="textAreaRight" fmla="*/ 3276000 w 3274920"/>
                <a:gd name="textAreaTop" fmla="*/ -360 h 4407840"/>
                <a:gd name="textAreaBottom" fmla="*/ 4408200 h 4407840"/>
              </a:gdLst>
              <a:ahLst/>
              <a:rect l="textAreaLeft" t="textAreaTop" r="textAreaRight" b="textAreaBottom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1371600" y="2286000"/>
            <a:ext cx="46846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body"/>
          </p:nvPr>
        </p:nvSpPr>
        <p:spPr>
          <a:xfrm>
            <a:off x="6291360" y="2286000"/>
            <a:ext cx="4684680" cy="358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body"/>
          </p:nvPr>
        </p:nvSpPr>
        <p:spPr>
          <a:xfrm>
            <a:off x="1371600" y="4156560"/>
            <a:ext cx="46846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 type="ftr" idx="31"/>
          </p:nvPr>
        </p:nvSpPr>
        <p:spPr>
          <a:xfrm>
            <a:off x="2584080" y="6453360"/>
            <a:ext cx="7022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 type="sldNum" idx="32"/>
          </p:nvPr>
        </p:nvSpPr>
        <p:spPr>
          <a:xfrm>
            <a:off x="983052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2535C9-F807-4BE9-8B22-F6FE2C2CA40C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7" name="PlaceHolder 7"/>
          <p:cNvSpPr>
            <a:spLocks noGrp="1"/>
          </p:cNvSpPr>
          <p:nvPr>
            <p:ph type="dt" idx="33"/>
          </p:nvPr>
        </p:nvSpPr>
        <p:spPr>
          <a:xfrm>
            <a:off x="752760" y="6453360"/>
            <a:ext cx="16074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8" hidden="1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grpSp>
        <p:nvGrpSpPr>
          <p:cNvPr id="133" name="Group 6"/>
          <p:cNvGrpSpPr/>
          <p:nvPr/>
        </p:nvGrpSpPr>
        <p:grpSpPr>
          <a:xfrm>
            <a:off x="752040" y="743760"/>
            <a:ext cx="10674000" cy="5349600"/>
            <a:chOff x="752040" y="743760"/>
            <a:chExt cx="10674000" cy="5349600"/>
          </a:xfrm>
        </p:grpSpPr>
        <p:sp>
          <p:nvSpPr>
            <p:cNvPr id="134" name="Freeform 6"/>
            <p:cNvSpPr/>
            <p:nvPr/>
          </p:nvSpPr>
          <p:spPr>
            <a:xfrm>
              <a:off x="8151840" y="1685520"/>
              <a:ext cx="3274200" cy="4407840"/>
            </a:xfrm>
            <a:custGeom>
              <a:avLst/>
              <a:gdLst>
                <a:gd name="textAreaLeft" fmla="*/ 0 w 3274200"/>
                <a:gd name="textAreaRight" fmla="*/ 3274920 w 3274200"/>
                <a:gd name="textAreaTop" fmla="*/ 0 h 4407840"/>
                <a:gd name="textAreaBottom" fmla="*/ 4408560 h 4407840"/>
              </a:gdLst>
              <a:ahLst/>
              <a:rect l="textAreaLeft" t="textAreaTop" r="textAreaRight" b="textAreaBottom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  <p:sp>
          <p:nvSpPr>
            <p:cNvPr id="135" name="Freeform 6"/>
            <p:cNvSpPr/>
            <p:nvPr/>
          </p:nvSpPr>
          <p:spPr>
            <a:xfrm flipH="1" flipV="1">
              <a:off x="751320" y="743760"/>
              <a:ext cx="3274920" cy="4407840"/>
            </a:xfrm>
            <a:custGeom>
              <a:avLst/>
              <a:gdLst>
                <a:gd name="textAreaLeft" fmla="*/ 360 w 3274920"/>
                <a:gd name="textAreaRight" fmla="*/ 3276000 w 3274920"/>
                <a:gd name="textAreaTop" fmla="*/ -360 h 4407840"/>
                <a:gd name="textAreaBottom" fmla="*/ 4408200 h 4407840"/>
              </a:gdLst>
              <a:ahLst/>
              <a:rect l="textAreaLeft" t="textAreaTop" r="textAreaRight" b="textAreaBottom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trike="noStrike" u="none">
                <a:solidFill>
                  <a:srgbClr val="ffffff"/>
                </a:solidFill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1371600" y="2286000"/>
            <a:ext cx="4684680" cy="358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291360" y="2286000"/>
            <a:ext cx="46846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6291360" y="4156560"/>
            <a:ext cx="46846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PlaceHolder 5"/>
          <p:cNvSpPr>
            <a:spLocks noGrp="1"/>
          </p:cNvSpPr>
          <p:nvPr>
            <p:ph type="ftr" idx="34"/>
          </p:nvPr>
        </p:nvSpPr>
        <p:spPr>
          <a:xfrm>
            <a:off x="2584080" y="6453360"/>
            <a:ext cx="7022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1" name="PlaceHolder 6"/>
          <p:cNvSpPr>
            <a:spLocks noGrp="1"/>
          </p:cNvSpPr>
          <p:nvPr>
            <p:ph type="sldNum" idx="35"/>
          </p:nvPr>
        </p:nvSpPr>
        <p:spPr>
          <a:xfrm>
            <a:off x="983052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852848-4583-443F-B81B-2D8335C254D3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2" name="PlaceHolder 7"/>
          <p:cNvSpPr>
            <a:spLocks noGrp="1"/>
          </p:cNvSpPr>
          <p:nvPr>
            <p:ph type="dt" idx="36"/>
          </p:nvPr>
        </p:nvSpPr>
        <p:spPr>
          <a:xfrm>
            <a:off x="752760" y="6453360"/>
            <a:ext cx="16074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8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1371600" y="2286000"/>
            <a:ext cx="46846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6291360" y="2286000"/>
            <a:ext cx="46846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1371600" y="4156560"/>
            <a:ext cx="96004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ftr" idx="37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sldNum" idx="38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53B70B-1A6B-47AA-BCFE-72B7C7FF1F83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 type="dt" idx="39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8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1371600" y="2286000"/>
            <a:ext cx="96004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1371600" y="4156560"/>
            <a:ext cx="96004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ftr" idx="40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 type="sldNum" idx="41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75272B-98DA-4CCA-97E5-00CB47ADE387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5" name="PlaceHolder 6"/>
          <p:cNvSpPr>
            <a:spLocks noGrp="1"/>
          </p:cNvSpPr>
          <p:nvPr>
            <p:ph type="dt" idx="42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8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1371600" y="2286000"/>
            <a:ext cx="46846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body"/>
          </p:nvPr>
        </p:nvSpPr>
        <p:spPr>
          <a:xfrm>
            <a:off x="6291360" y="2286000"/>
            <a:ext cx="46846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 type="body"/>
          </p:nvPr>
        </p:nvSpPr>
        <p:spPr>
          <a:xfrm>
            <a:off x="1371600" y="4156560"/>
            <a:ext cx="46846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PlaceHolder 5"/>
          <p:cNvSpPr>
            <a:spLocks noGrp="1"/>
          </p:cNvSpPr>
          <p:nvPr>
            <p:ph type="body"/>
          </p:nvPr>
        </p:nvSpPr>
        <p:spPr>
          <a:xfrm>
            <a:off x="6291360" y="4156560"/>
            <a:ext cx="46846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PlaceHolder 6"/>
          <p:cNvSpPr>
            <a:spLocks noGrp="1"/>
          </p:cNvSpPr>
          <p:nvPr>
            <p:ph type="ftr" idx="43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6" name="PlaceHolder 7"/>
          <p:cNvSpPr>
            <a:spLocks noGrp="1"/>
          </p:cNvSpPr>
          <p:nvPr>
            <p:ph type="sldNum" idx="44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563505-FF9A-4055-984B-A1D5B424D8F8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7" name="PlaceHolder 8"/>
          <p:cNvSpPr>
            <a:spLocks noGrp="1"/>
          </p:cNvSpPr>
          <p:nvPr>
            <p:ph type="dt" idx="45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8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1371600" y="2286000"/>
            <a:ext cx="309096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body"/>
          </p:nvPr>
        </p:nvSpPr>
        <p:spPr>
          <a:xfrm>
            <a:off x="4617720" y="2286000"/>
            <a:ext cx="309096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body"/>
          </p:nvPr>
        </p:nvSpPr>
        <p:spPr>
          <a:xfrm>
            <a:off x="7864200" y="2286000"/>
            <a:ext cx="309096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body"/>
          </p:nvPr>
        </p:nvSpPr>
        <p:spPr>
          <a:xfrm>
            <a:off x="1371600" y="4156560"/>
            <a:ext cx="309096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PlaceHolder 6"/>
          <p:cNvSpPr>
            <a:spLocks noGrp="1"/>
          </p:cNvSpPr>
          <p:nvPr>
            <p:ph type="body"/>
          </p:nvPr>
        </p:nvSpPr>
        <p:spPr>
          <a:xfrm>
            <a:off x="4617720" y="4156560"/>
            <a:ext cx="309096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0" name="PlaceHolder 7"/>
          <p:cNvSpPr>
            <a:spLocks noGrp="1"/>
          </p:cNvSpPr>
          <p:nvPr>
            <p:ph type="body"/>
          </p:nvPr>
        </p:nvSpPr>
        <p:spPr>
          <a:xfrm>
            <a:off x="7864200" y="4156560"/>
            <a:ext cx="309096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PlaceHolder 8"/>
          <p:cNvSpPr>
            <a:spLocks noGrp="1"/>
          </p:cNvSpPr>
          <p:nvPr>
            <p:ph type="ftr" idx="46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2" name="PlaceHolder 9"/>
          <p:cNvSpPr>
            <a:spLocks noGrp="1"/>
          </p:cNvSpPr>
          <p:nvPr>
            <p:ph type="sldNum" idx="47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87A807-EB7A-4330-9857-EFA4CD12577E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3" name="PlaceHolder 10"/>
          <p:cNvSpPr>
            <a:spLocks noGrp="1"/>
          </p:cNvSpPr>
          <p:nvPr>
            <p:ph type="dt" idx="48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8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ftr" idx="49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sldNum" idx="50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E6E0BA-B0EC-4BDC-B392-5AE14D33AB98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dt" idx="51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angle 8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ftr" idx="52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53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4707F9-736B-4475-9B38-42E3E5432913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dt" idx="54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8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1371600" y="2286000"/>
            <a:ext cx="9600480" cy="358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ftr" idx="55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 type="sldNum" idx="56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DA3A03-162E-4D82-BBE8-0D1F46024D02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 type="dt" idx="57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8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1371600" y="2286000"/>
            <a:ext cx="4684680" cy="358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body"/>
          </p:nvPr>
        </p:nvSpPr>
        <p:spPr>
          <a:xfrm>
            <a:off x="6291360" y="2286000"/>
            <a:ext cx="4684680" cy="358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 type="ftr" idx="58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6" name="PlaceHolder 5"/>
          <p:cNvSpPr>
            <a:spLocks noGrp="1"/>
          </p:cNvSpPr>
          <p:nvPr>
            <p:ph type="sldNum" idx="59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93371A-C3AF-4AEE-BD7C-C4B749C73375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7" name="PlaceHolder 6"/>
          <p:cNvSpPr>
            <a:spLocks noGrp="1"/>
          </p:cNvSpPr>
          <p:nvPr>
            <p:ph type="dt" idx="60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8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ftr" idx="61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62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809170-F2A3-4AF0-84F9-0EEACC924486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 type="dt" idx="63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8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58" name="PlaceHolder 1"/>
          <p:cNvSpPr>
            <a:spLocks noGrp="1"/>
          </p:cNvSpPr>
          <p:nvPr>
            <p:ph type="ftr" idx="64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sldNum" idx="65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C93CE8-1DD8-4AF8-AF07-03BE4EF3A5EF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dt" idx="66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Rectangle 8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1371600" y="2286000"/>
            <a:ext cx="46846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body"/>
          </p:nvPr>
        </p:nvSpPr>
        <p:spPr>
          <a:xfrm>
            <a:off x="6291360" y="2286000"/>
            <a:ext cx="4684680" cy="358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body"/>
          </p:nvPr>
        </p:nvSpPr>
        <p:spPr>
          <a:xfrm>
            <a:off x="1371600" y="4156560"/>
            <a:ext cx="46846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ftr" idx="67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7" name="PlaceHolder 6"/>
          <p:cNvSpPr>
            <a:spLocks noGrp="1"/>
          </p:cNvSpPr>
          <p:nvPr>
            <p:ph type="sldNum" idx="68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483415-E887-4608-A834-DA2C56AEFF22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8" name="PlaceHolder 7"/>
          <p:cNvSpPr>
            <a:spLocks noGrp="1"/>
          </p:cNvSpPr>
          <p:nvPr>
            <p:ph type="dt" idx="69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Rectangle 8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1371600" y="2286000"/>
            <a:ext cx="4684680" cy="358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body"/>
          </p:nvPr>
        </p:nvSpPr>
        <p:spPr>
          <a:xfrm>
            <a:off x="6291360" y="2286000"/>
            <a:ext cx="46846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7" name="PlaceHolder 4"/>
          <p:cNvSpPr>
            <a:spLocks noGrp="1"/>
          </p:cNvSpPr>
          <p:nvPr>
            <p:ph type="body"/>
          </p:nvPr>
        </p:nvSpPr>
        <p:spPr>
          <a:xfrm>
            <a:off x="6291360" y="4156560"/>
            <a:ext cx="468468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8" name="PlaceHolder 5"/>
          <p:cNvSpPr>
            <a:spLocks noGrp="1"/>
          </p:cNvSpPr>
          <p:nvPr>
            <p:ph type="ftr" idx="70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9" name="PlaceHolder 6"/>
          <p:cNvSpPr>
            <a:spLocks noGrp="1"/>
          </p:cNvSpPr>
          <p:nvPr>
            <p:ph type="sldNum" idx="71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DADA29-92C3-4536-8CE4-8F7710F353A1}" type="slidenum">
              <a:rPr b="0" lang="en-US" sz="1200" strike="noStrike" u="none">
                <a:solidFill>
                  <a:srgbClr val="191b0e"/>
                </a:solidFill>
                <a:uFillTx/>
                <a:latin typeface="Franklin Gothic Book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0" name="PlaceHolder 7"/>
          <p:cNvSpPr>
            <a:spLocks noGrp="1"/>
          </p:cNvSpPr>
          <p:nvPr>
            <p:ph type="dt" idx="72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1915200" y="1788480"/>
            <a:ext cx="8360640" cy="209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nl-BE" sz="6600" strike="noStrike" u="none" cap="all">
                <a:solidFill>
                  <a:srgbClr val="191b0e"/>
                </a:solidFill>
                <a:uFillTx/>
                <a:latin typeface="Franklin Gothic Book"/>
              </a:rPr>
              <a:t>AI Edge : Object detection yolov11</a:t>
            </a:r>
            <a:endParaRPr b="0" lang="en-US" sz="6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subTitle"/>
          </p:nvPr>
        </p:nvSpPr>
        <p:spPr>
          <a:xfrm>
            <a:off x="2679840" y="3956400"/>
            <a:ext cx="6831000" cy="108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nl-BE" sz="2300" strike="noStrike" u="none">
                <a:solidFill>
                  <a:srgbClr val="191b0e"/>
                </a:solidFill>
                <a:uFillTx/>
                <a:latin typeface="Franklin Gothic Book"/>
              </a:rPr>
              <a:t>Groepsproject : Lane-assist for the visual disabled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algn="ctr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nl-BE" sz="2300" strike="noStrike" u="none">
                <a:solidFill>
                  <a:srgbClr val="191b0e"/>
                </a:solidFill>
                <a:uFillTx/>
                <a:latin typeface="Franklin Gothic Book"/>
              </a:rPr>
              <a:t>Andres, Seraphin, Thomas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nl-BE" sz="4400" strike="noStrike" u="none">
                <a:solidFill>
                  <a:srgbClr val="191b0e"/>
                </a:solidFill>
                <a:uFillTx/>
                <a:latin typeface="Franklin Gothic Book"/>
              </a:rPr>
              <a:t>Inhoudsopgave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480" cy="358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nl-BE" sz="2000" strike="noStrike" u="none">
                <a:solidFill>
                  <a:srgbClr val="191b0e"/>
                </a:solidFill>
                <a:uFillTx/>
                <a:latin typeface="Franklin Gothic Book"/>
              </a:rPr>
              <a:t>Model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nl-BE" sz="2000" strike="noStrike" u="none">
                <a:solidFill>
                  <a:srgbClr val="191b0e"/>
                </a:solidFill>
                <a:uFillTx/>
                <a:latin typeface="Franklin Gothic Book"/>
              </a:rPr>
              <a:t>Dataset(s)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nl-BE" sz="2000" strike="noStrike" u="none">
                <a:solidFill>
                  <a:srgbClr val="191b0e"/>
                </a:solidFill>
                <a:uFillTx/>
                <a:latin typeface="Franklin Gothic Book"/>
              </a:rPr>
              <a:t>ONNX runtime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nl-BE" sz="2000" strike="noStrike" u="none">
                <a:solidFill>
                  <a:srgbClr val="191b0e"/>
                </a:solidFill>
                <a:uFillTx/>
                <a:latin typeface="Franklin Gothic Book"/>
              </a:rPr>
              <a:t>Testen op foto’s/video’s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nl-BE" sz="2000" strike="noStrike" u="none">
                <a:solidFill>
                  <a:srgbClr val="191b0e"/>
                </a:solidFill>
                <a:uFillTx/>
                <a:latin typeface="Franklin Gothic Book"/>
              </a:rPr>
              <a:t>Testen met webcam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nl-BE" sz="2000" strike="noStrike" u="none">
                <a:solidFill>
                  <a:srgbClr val="191b0e"/>
                </a:solidFill>
                <a:uFillTx/>
                <a:latin typeface="Franklin Gothic Book"/>
              </a:rPr>
              <a:t>Trainen met dataset(s)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nl-BE" sz="2000" strike="noStrike" u="none">
                <a:solidFill>
                  <a:srgbClr val="191b0e"/>
                </a:solidFill>
                <a:uFillTx/>
                <a:latin typeface="Franklin Gothic Book"/>
              </a:rPr>
              <a:t>Demo + conclusie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nl-BE" sz="4400" strike="noStrike" u="none">
                <a:solidFill>
                  <a:srgbClr val="191b0e"/>
                </a:solidFill>
                <a:uFillTx/>
                <a:latin typeface="Franklin Gothic Book"/>
              </a:rPr>
              <a:t>Model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480" cy="358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nl-BE" sz="2000" strike="noStrike" u="none">
                <a:solidFill>
                  <a:srgbClr val="191b0e"/>
                </a:solidFill>
                <a:uFillTx/>
                <a:latin typeface="Franklin Gothic Book"/>
              </a:rPr>
              <a:t>Yolov11 ✅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nl-BE" sz="2000" strike="noStrike" u="none">
                <a:solidFill>
                  <a:srgbClr val="191b0e"/>
                </a:solidFill>
                <a:uFillTx/>
                <a:latin typeface="Franklin Gothic Book"/>
              </a:rPr>
              <a:t>Detectron ❌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91" name="" descr=""/>
          <p:cNvPicPr/>
          <p:nvPr/>
        </p:nvPicPr>
        <p:blipFill>
          <a:blip r:embed="rId1"/>
          <a:stretch/>
        </p:blipFill>
        <p:spPr>
          <a:xfrm>
            <a:off x="3799080" y="1236960"/>
            <a:ext cx="7720560" cy="434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nl-BE" sz="4400" strike="noStrike" u="none">
                <a:solidFill>
                  <a:srgbClr val="191b0e"/>
                </a:solidFill>
                <a:uFillTx/>
                <a:latin typeface="Franklin Gothic Book"/>
              </a:rPr>
              <a:t>Dataset(s)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480" cy="358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COCO dataset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Yolo object detection (kaggle) voor person detection voor proof of concept training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94" name="" descr=""/>
          <p:cNvPicPr/>
          <p:nvPr/>
        </p:nvPicPr>
        <p:blipFill>
          <a:blip r:embed="rId1"/>
          <a:stretch/>
        </p:blipFill>
        <p:spPr>
          <a:xfrm>
            <a:off x="8106120" y="2971800"/>
            <a:ext cx="2865960" cy="365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nl-BE" sz="4400" strike="noStrike" u="none">
                <a:solidFill>
                  <a:srgbClr val="191b0e"/>
                </a:solidFill>
                <a:uFillTx/>
                <a:latin typeface="Franklin Gothic Book"/>
              </a:rPr>
              <a:t>Project setup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480" cy="358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Aanmaken van een venv om project onafhankelijk met dependencies om te gaan.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Pip install ultralytics opencv-python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nl-BE" sz="4400" strike="noStrike" u="none">
                <a:solidFill>
                  <a:srgbClr val="191b0e"/>
                </a:solidFill>
                <a:uFillTx/>
                <a:latin typeface="Franklin Gothic Book"/>
              </a:rPr>
              <a:t>Voorgetrainde modellen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480" cy="358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99" name="" descr=""/>
          <p:cNvPicPr/>
          <p:nvPr/>
        </p:nvPicPr>
        <p:blipFill>
          <a:blip r:embed="rId1"/>
          <a:stretch/>
        </p:blipFill>
        <p:spPr>
          <a:xfrm>
            <a:off x="3963960" y="3249000"/>
            <a:ext cx="8151840" cy="3380400"/>
          </a:xfrm>
          <a:prstGeom prst="rect">
            <a:avLst/>
          </a:prstGeom>
          <a:ln w="0">
            <a:noFill/>
          </a:ln>
        </p:spPr>
      </p:pic>
      <p:pic>
        <p:nvPicPr>
          <p:cNvPr id="300" name="" descr=""/>
          <p:cNvPicPr/>
          <p:nvPr/>
        </p:nvPicPr>
        <p:blipFill>
          <a:blip r:embed="rId2"/>
          <a:stretch/>
        </p:blipFill>
        <p:spPr>
          <a:xfrm>
            <a:off x="1800720" y="1686240"/>
            <a:ext cx="8257680" cy="128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nl-BE" sz="4400" strike="noStrike" u="none">
                <a:solidFill>
                  <a:srgbClr val="191b0e"/>
                </a:solidFill>
                <a:uFillTx/>
                <a:latin typeface="Franklin Gothic Book"/>
              </a:rPr>
              <a:t>Alternatieve formaten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686520" y="1371600"/>
            <a:ext cx="9600480" cy="358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nl-BE" sz="2000" strike="noStrike" u="none">
                <a:solidFill>
                  <a:srgbClr val="191b0e"/>
                </a:solidFill>
                <a:uFillTx/>
                <a:latin typeface="Franklin Gothic Book"/>
              </a:rPr>
              <a:t>Standaard = pytorch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nl-BE" sz="2000" strike="noStrike" u="none">
                <a:solidFill>
                  <a:srgbClr val="191b0e"/>
                </a:solidFill>
                <a:uFillTx/>
                <a:latin typeface="Franklin Gothic Book"/>
              </a:rPr>
              <a:t>Onnx.py : omzetten .pt naar .onnx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nl-BE" sz="2000" strike="noStrike" u="none">
                <a:solidFill>
                  <a:srgbClr val="191b0e"/>
                </a:solidFill>
                <a:uFillTx/>
                <a:latin typeface="Franklin Gothic Book"/>
              </a:rPr>
              <a:t>preprocess_onnx.sh: voorbereiden quantizatie onnx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nl-BE" sz="2000" strike="noStrike" u="none">
                <a:solidFill>
                  <a:srgbClr val="191b0e"/>
                </a:solidFill>
                <a:uFillTx/>
                <a:latin typeface="Franklin Gothic Book"/>
              </a:rPr>
              <a:t>onnx_statquant.py: onnx </a:t>
            </a:r>
            <a:r>
              <a:rPr b="0" lang="nl-BE" sz="2000" strike="noStrike" u="none">
                <a:solidFill>
                  <a:srgbClr val="191b0e"/>
                </a:solidFill>
                <a:uFillTx/>
                <a:latin typeface="Wingdings"/>
              </a:rPr>
              <a:t></a:t>
            </a:r>
            <a:r>
              <a:rPr b="0" lang="nl-BE" sz="2000" strike="noStrike" u="none">
                <a:solidFill>
                  <a:srgbClr val="191b0e"/>
                </a:solidFill>
                <a:uFillTx/>
                <a:latin typeface="Franklin Gothic Book"/>
              </a:rPr>
              <a:t> statisch quantized model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nl-BE" sz="2000" strike="noStrike" u="none">
                <a:solidFill>
                  <a:srgbClr val="191b0e"/>
                </a:solidFill>
                <a:uFillTx/>
                <a:latin typeface="Franklin Gothic Book"/>
              </a:rPr>
              <a:t>q_model: dynamische quantizatie model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03" name="Picture 4" descr="Execution Providers | onnxruntime"/>
          <p:cNvPicPr/>
          <p:nvPr/>
        </p:nvPicPr>
        <p:blipFill>
          <a:blip r:embed="rId1"/>
          <a:stretch/>
        </p:blipFill>
        <p:spPr>
          <a:xfrm>
            <a:off x="6400800" y="2971800"/>
            <a:ext cx="5889600" cy="3685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nl-BE" sz="4400" strike="noStrike" u="none">
                <a:solidFill>
                  <a:srgbClr val="191b0e"/>
                </a:solidFill>
                <a:uFillTx/>
                <a:latin typeface="Franklin Gothic Book"/>
              </a:rPr>
              <a:t>Testen op foto’s/video’s/webcam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480" cy="358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06" name="Afbeelding 4" descr=""/>
          <p:cNvPicPr/>
          <p:nvPr/>
        </p:nvPicPr>
        <p:blipFill>
          <a:blip r:embed="rId1"/>
          <a:stretch/>
        </p:blipFill>
        <p:spPr>
          <a:xfrm>
            <a:off x="1545480" y="3654720"/>
            <a:ext cx="3550320" cy="212400"/>
          </a:xfrm>
          <a:prstGeom prst="rect">
            <a:avLst/>
          </a:prstGeom>
          <a:ln w="0">
            <a:noFill/>
          </a:ln>
        </p:spPr>
      </p:pic>
      <p:pic>
        <p:nvPicPr>
          <p:cNvPr id="307" name="Afbeelding 6" descr=""/>
          <p:cNvPicPr/>
          <p:nvPr/>
        </p:nvPicPr>
        <p:blipFill>
          <a:blip r:embed="rId2"/>
          <a:stretch/>
        </p:blipFill>
        <p:spPr>
          <a:xfrm>
            <a:off x="5244480" y="1490400"/>
            <a:ext cx="6792480" cy="505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nl-BE" sz="4400" strike="noStrike" u="none">
                <a:solidFill>
                  <a:srgbClr val="191b0e"/>
                </a:solidFill>
                <a:uFillTx/>
                <a:latin typeface="Franklin Gothic Book"/>
              </a:rPr>
              <a:t>Trainen met dataset(s)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480" cy="358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nl-BE" sz="4400" strike="noStrike" u="none">
                <a:solidFill>
                  <a:srgbClr val="191b0e"/>
                </a:solidFill>
                <a:uFillTx/>
                <a:latin typeface="Franklin Gothic Book"/>
              </a:rPr>
              <a:t>Demo + conclusie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480" cy="358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nl-BE" sz="2000" strike="noStrike" u="none">
                <a:solidFill>
                  <a:srgbClr val="191b0e"/>
                </a:solidFill>
                <a:uFillTx/>
                <a:latin typeface="Franklin Gothic Book"/>
              </a:rPr>
              <a:t>Vid als het niet werkt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Bijgesneden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TM10001105[[fn=Bijgesneden]]</Template>
  <TotalTime>21</TotalTime>
  <Application>LibreOffice/24.8.2.1$Linux_X86_64 LibreOffice_project/480$Build-1</Application>
  <AppVersion>15.0000</AppVersion>
  <Words>100</Words>
  <Paragraphs>22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2024-12-15T14:30:37Z</dcterms:created>
  <dc:creator>Andres Deklerck</dc:creator>
  <dc:description/>
  <dc:language>en-GB</dc:language>
  <cp:lastModifiedBy/>
  <dcterms:modified xsi:type="dcterms:W3CDTF">2024-12-18T10:43:50Z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Breedbeeld</vt:lpwstr>
  </property>
  <property fmtid="{D5CDD505-2E9C-101B-9397-08002B2CF9AE}" pid="3" name="Slides">
    <vt:i4>8</vt:i4>
  </property>
</Properties>
</file>