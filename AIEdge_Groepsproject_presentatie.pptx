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21.xml" ContentType="application/vnd.openxmlformats-officedocument.presentationml.slideMaster+xml"/>
  <Override PartName="/ppt/slideMasters/slideMaster22.xml" ContentType="application/vnd.openxmlformats-officedocument.presentationml.slideMaster+xml"/>
  <Override PartName="/ppt/slideMasters/slideMaster23.xml" ContentType="application/vnd.openxmlformats-officedocument.presentationml.slideMaster+xml"/>
  <Override PartName="/ppt/slideMasters/slideMaster2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slideLayouts/slideLayout3.xml" ContentType="application/vnd.openxmlformats-officedocument.presentationml.slideLayout+xml"/>
  <Override PartName="/ppt/theme/theme3.xml" ContentType="application/vnd.openxmlformats-officedocument.theme+xml"/>
  <Override PartName="/ppt/slideLayouts/slideLayout4.xml" ContentType="application/vnd.openxmlformats-officedocument.presentationml.slideLayout+xml"/>
  <Override PartName="/ppt/theme/theme4.xml" ContentType="application/vnd.openxmlformats-officedocument.theme+xml"/>
  <Override PartName="/ppt/slideLayouts/slideLayout5.xml" ContentType="application/vnd.openxmlformats-officedocument.presentationml.slideLayout+xml"/>
  <Override PartName="/ppt/theme/theme5.xml" ContentType="application/vnd.openxmlformats-officedocument.theme+xml"/>
  <Override PartName="/ppt/slideLayouts/slideLayout6.xml" ContentType="application/vnd.openxmlformats-officedocument.presentationml.slideLayout+xml"/>
  <Override PartName="/ppt/theme/theme6.xml" ContentType="application/vnd.openxmlformats-officedocument.theme+xml"/>
  <Override PartName="/ppt/slideLayouts/slideLayout7.xml" ContentType="application/vnd.openxmlformats-officedocument.presentationml.slideLayout+xml"/>
  <Override PartName="/ppt/theme/theme7.xml" ContentType="application/vnd.openxmlformats-officedocument.theme+xml"/>
  <Override PartName="/ppt/slideLayouts/slideLayout8.xml" ContentType="application/vnd.openxmlformats-officedocument.presentationml.slideLayout+xml"/>
  <Override PartName="/ppt/theme/theme8.xml" ContentType="application/vnd.openxmlformats-officedocument.theme+xml"/>
  <Override PartName="/ppt/slideLayouts/slideLayout9.xml" ContentType="application/vnd.openxmlformats-officedocument.presentationml.slideLayout+xml"/>
  <Override PartName="/ppt/theme/theme9.xml" ContentType="application/vnd.openxmlformats-officedocument.theme+xml"/>
  <Override PartName="/ppt/slideLayouts/slideLayout10.xml" ContentType="application/vnd.openxmlformats-officedocument.presentationml.slideLayout+xml"/>
  <Override PartName="/ppt/theme/theme10.xml" ContentType="application/vnd.openxmlformats-officedocument.theme+xml"/>
  <Override PartName="/ppt/slideLayouts/slideLayout11.xml" ContentType="application/vnd.openxmlformats-officedocument.presentationml.slideLayout+xml"/>
  <Override PartName="/ppt/theme/theme11.xml" ContentType="application/vnd.openxmlformats-officedocument.theme+xml"/>
  <Override PartName="/ppt/slideLayouts/slideLayout12.xml" ContentType="application/vnd.openxmlformats-officedocument.presentationml.slideLayout+xml"/>
  <Override PartName="/ppt/theme/theme12.xml" ContentType="application/vnd.openxmlformats-officedocument.theme+xml"/>
  <Override PartName="/ppt/slideLayouts/slideLayout13.xml" ContentType="application/vnd.openxmlformats-officedocument.presentationml.slideLayout+xml"/>
  <Override PartName="/ppt/theme/theme13.xml" ContentType="application/vnd.openxmlformats-officedocument.theme+xml"/>
  <Override PartName="/ppt/slideLayouts/slideLayout14.xml" ContentType="application/vnd.openxmlformats-officedocument.presentationml.slideLayout+xml"/>
  <Override PartName="/ppt/theme/theme14.xml" ContentType="application/vnd.openxmlformats-officedocument.theme+xml"/>
  <Override PartName="/ppt/slideLayouts/slideLayout15.xml" ContentType="application/vnd.openxmlformats-officedocument.presentationml.slideLayout+xml"/>
  <Override PartName="/ppt/theme/theme15.xml" ContentType="application/vnd.openxmlformats-officedocument.theme+xml"/>
  <Override PartName="/ppt/slideLayouts/slideLayout16.xml" ContentType="application/vnd.openxmlformats-officedocument.presentationml.slideLayout+xml"/>
  <Override PartName="/ppt/theme/theme16.xml" ContentType="application/vnd.openxmlformats-officedocument.theme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17.xml" ContentType="application/vnd.openxmlformats-officedocument.theme+xml"/>
  <Override PartName="/ppt/slideLayouts/slideLayout26.xml" ContentType="application/vnd.openxmlformats-officedocument.presentationml.slideLayout+xml"/>
  <Override PartName="/ppt/theme/theme18.xml" ContentType="application/vnd.openxmlformats-officedocument.theme+xml"/>
  <Override PartName="/ppt/slideLayouts/slideLayout27.xml" ContentType="application/vnd.openxmlformats-officedocument.presentationml.slideLayout+xml"/>
  <Override PartName="/ppt/theme/theme19.xml" ContentType="application/vnd.openxmlformats-officedocument.theme+xml"/>
  <Override PartName="/ppt/slideLayouts/slideLayout28.xml" ContentType="application/vnd.openxmlformats-officedocument.presentationml.slideLayout+xml"/>
  <Override PartName="/ppt/theme/theme20.xml" ContentType="application/vnd.openxmlformats-officedocument.theme+xml"/>
  <Override PartName="/ppt/slideLayouts/slideLayout29.xml" ContentType="application/vnd.openxmlformats-officedocument.presentationml.slideLayout+xml"/>
  <Override PartName="/ppt/theme/theme21.xml" ContentType="application/vnd.openxmlformats-officedocument.theme+xml"/>
  <Override PartName="/ppt/slideLayouts/slideLayout30.xml" ContentType="application/vnd.openxmlformats-officedocument.presentationml.slideLayout+xml"/>
  <Override PartName="/ppt/theme/theme22.xml" ContentType="application/vnd.openxmlformats-officedocument.theme+xml"/>
  <Override PartName="/ppt/slideLayouts/slideLayout31.xml" ContentType="application/vnd.openxmlformats-officedocument.presentationml.slideLayout+xml"/>
  <Override PartName="/ppt/theme/theme23.xml" ContentType="application/vnd.openxmlformats-officedocument.theme+xml"/>
  <Override PartName="/ppt/slideLayouts/slideLayout32.xml" ContentType="application/vnd.openxmlformats-officedocument.presentationml.slideLayout+xml"/>
  <Override PartName="/ppt/theme/theme2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0" r:id="rId2"/>
    <p:sldMasterId id="2147483652" r:id="rId3"/>
    <p:sldMasterId id="2147483654" r:id="rId4"/>
    <p:sldMasterId id="2147483656" r:id="rId5"/>
    <p:sldMasterId id="2147483658" r:id="rId6"/>
    <p:sldMasterId id="2147483660" r:id="rId7"/>
    <p:sldMasterId id="2147483662" r:id="rId8"/>
    <p:sldMasterId id="2147483664" r:id="rId9"/>
    <p:sldMasterId id="2147483666" r:id="rId10"/>
    <p:sldMasterId id="2147483668" r:id="rId11"/>
    <p:sldMasterId id="2147483670" r:id="rId12"/>
    <p:sldMasterId id="2147483672" r:id="rId13"/>
    <p:sldMasterId id="2147483674" r:id="rId14"/>
    <p:sldMasterId id="2147483676" r:id="rId15"/>
    <p:sldMasterId id="2147483678" r:id="rId16"/>
    <p:sldMasterId id="2147483680" r:id="rId17"/>
    <p:sldMasterId id="2147483690" r:id="rId18"/>
    <p:sldMasterId id="2147483692" r:id="rId19"/>
    <p:sldMasterId id="2147483694" r:id="rId20"/>
    <p:sldMasterId id="2147483696" r:id="rId21"/>
    <p:sldMasterId id="2147483698" r:id="rId22"/>
    <p:sldMasterId id="2147483700" r:id="rId23"/>
    <p:sldMasterId id="2147483702" r:id="rId24"/>
  </p:sldMasterIdLst>
  <p:sldIdLst>
    <p:sldId id="256" r:id="rId25"/>
    <p:sldId id="257" r:id="rId26"/>
    <p:sldId id="258" r:id="rId27"/>
    <p:sldId id="259" r:id="rId28"/>
    <p:sldId id="260" r:id="rId29"/>
    <p:sldId id="261" r:id="rId30"/>
    <p:sldId id="262" r:id="rId31"/>
    <p:sldId id="263" r:id="rId32"/>
    <p:sldId id="264" r:id="rId33"/>
    <p:sldId id="265" r:id="rId34"/>
    <p:sldId id="266" r:id="rId35"/>
  </p:sldIdLst>
  <p:sldSz cx="12192000" cy="6858000"/>
  <p:notesSz cx="7559675" cy="10691813"/>
  <p:defaultTextStyle>
    <a:defPPr>
      <a:defRPr lang="nl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jl, gemiddeld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66" d="100"/>
          <a:sy n="66" d="100"/>
        </p:scale>
        <p:origin x="48" y="8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Master" Target="slideMasters/slideMaster13.xml"/><Relationship Id="rId18" Type="http://schemas.openxmlformats.org/officeDocument/2006/relationships/slideMaster" Target="slideMasters/slideMaster18.xml"/><Relationship Id="rId26" Type="http://schemas.openxmlformats.org/officeDocument/2006/relationships/slide" Target="slides/slide2.xml"/><Relationship Id="rId39" Type="http://schemas.openxmlformats.org/officeDocument/2006/relationships/tableStyles" Target="tableStyles.xml"/><Relationship Id="rId21" Type="http://schemas.openxmlformats.org/officeDocument/2006/relationships/slideMaster" Target="slideMasters/slideMaster21.xml"/><Relationship Id="rId34" Type="http://schemas.openxmlformats.org/officeDocument/2006/relationships/slide" Target="slides/slide10.xml"/><Relationship Id="rId7" Type="http://schemas.openxmlformats.org/officeDocument/2006/relationships/slideMaster" Target="slideMasters/slideMaster7.xml"/><Relationship Id="rId12" Type="http://schemas.openxmlformats.org/officeDocument/2006/relationships/slideMaster" Target="slideMasters/slideMaster12.xml"/><Relationship Id="rId17" Type="http://schemas.openxmlformats.org/officeDocument/2006/relationships/slideMaster" Target="slideMasters/slideMaster17.xml"/><Relationship Id="rId25" Type="http://schemas.openxmlformats.org/officeDocument/2006/relationships/slide" Target="slides/slide1.xml"/><Relationship Id="rId33" Type="http://schemas.openxmlformats.org/officeDocument/2006/relationships/slide" Target="slides/slide9.xml"/><Relationship Id="rId38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Master" Target="slideMasters/slideMaster16.xml"/><Relationship Id="rId20" Type="http://schemas.openxmlformats.org/officeDocument/2006/relationships/slideMaster" Target="slideMasters/slideMaster20.xml"/><Relationship Id="rId29" Type="http://schemas.openxmlformats.org/officeDocument/2006/relationships/slide" Target="slides/slide5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Master" Target="slideMasters/slideMaster11.xml"/><Relationship Id="rId24" Type="http://schemas.openxmlformats.org/officeDocument/2006/relationships/slideMaster" Target="slideMasters/slideMaster24.xml"/><Relationship Id="rId32" Type="http://schemas.openxmlformats.org/officeDocument/2006/relationships/slide" Target="slides/slide8.xml"/><Relationship Id="rId37" Type="http://schemas.openxmlformats.org/officeDocument/2006/relationships/viewProps" Target="viewProps.xml"/><Relationship Id="rId5" Type="http://schemas.openxmlformats.org/officeDocument/2006/relationships/slideMaster" Target="slideMasters/slideMaster5.xml"/><Relationship Id="rId15" Type="http://schemas.openxmlformats.org/officeDocument/2006/relationships/slideMaster" Target="slideMasters/slideMaster15.xml"/><Relationship Id="rId23" Type="http://schemas.openxmlformats.org/officeDocument/2006/relationships/slideMaster" Target="slideMasters/slideMaster23.xml"/><Relationship Id="rId28" Type="http://schemas.openxmlformats.org/officeDocument/2006/relationships/slide" Target="slides/slide4.xml"/><Relationship Id="rId36" Type="http://schemas.openxmlformats.org/officeDocument/2006/relationships/presProps" Target="presProps.xml"/><Relationship Id="rId10" Type="http://schemas.openxmlformats.org/officeDocument/2006/relationships/slideMaster" Target="slideMasters/slideMaster10.xml"/><Relationship Id="rId19" Type="http://schemas.openxmlformats.org/officeDocument/2006/relationships/slideMaster" Target="slideMasters/slideMaster19.xml"/><Relationship Id="rId31" Type="http://schemas.openxmlformats.org/officeDocument/2006/relationships/slide" Target="slides/slide7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14" Type="http://schemas.openxmlformats.org/officeDocument/2006/relationships/slideMaster" Target="slideMasters/slideMaster14.xml"/><Relationship Id="rId22" Type="http://schemas.openxmlformats.org/officeDocument/2006/relationships/slideMaster" Target="slideMasters/slideMaster22.xml"/><Relationship Id="rId27" Type="http://schemas.openxmlformats.org/officeDocument/2006/relationships/slide" Target="slides/slide3.xml"/><Relationship Id="rId30" Type="http://schemas.openxmlformats.org/officeDocument/2006/relationships/slide" Target="slides/slide6.xml"/><Relationship Id="rId35" Type="http://schemas.openxmlformats.org/officeDocument/2006/relationships/slide" Target="slides/slide11.xml"/><Relationship Id="rId8" Type="http://schemas.openxmlformats.org/officeDocument/2006/relationships/slideMaster" Target="slideMasters/slideMaster8.xml"/><Relationship Id="rId3" Type="http://schemas.openxmlformats.org/officeDocument/2006/relationships/slideMaster" Target="slideMasters/slideMaster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FA04591E-64FC-4750-BB87-259563200FFF}" type="slidenum">
              <a:t>‹nr.›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4CD58B40-440D-45FE-BEBA-3DEBBEDBAFE6}" type="slidenum">
              <a:t>‹nr.›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4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8"/>
          </p:nvPr>
        </p:nvSpPr>
        <p:spPr/>
        <p:txBody>
          <a:bodyPr/>
          <a:lstStyle/>
          <a:p>
            <a:fld id="{D26A9BEB-78A5-478D-B6A3-A33F577C5834}" type="slidenum">
              <a:t>‹nr.›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fld id="{DF633888-B4C2-4F62-B1E4-4D32F062D130}" type="slidenum">
              <a:t>‹nr.›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lstStyle/>
          <a:p>
            <a:fld id="{519EC5AF-1174-4F23-AFEC-FB4EDA3D4A0A}" type="slidenum">
              <a:t>‹nr.›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5F404AC7-585E-4DEE-B2A5-40FB706AB386}" type="slidenum">
              <a:t>‹nr.›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lstStyle/>
          <a:p>
            <a:fld id="{11665CD9-D1BB-4D7E-A8D0-4E7A4ED06983}" type="slidenum">
              <a:t>‹nr.›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3"/>
          </p:nvPr>
        </p:nvSpPr>
        <p:spPr/>
        <p:txBody>
          <a:bodyPr/>
          <a:lstStyle/>
          <a:p>
            <a:fld id="{EF27D24C-3D7A-44DB-8BC6-526B6BF28982}" type="slidenum">
              <a:t>‹nr.›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2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6"/>
          </p:nvPr>
        </p:nvSpPr>
        <p:spPr/>
        <p:txBody>
          <a:bodyPr/>
          <a:lstStyle/>
          <a:p>
            <a:fld id="{F0F2DF16-DC42-47A4-B619-7AA29D118114}" type="slidenum">
              <a:t>‹nr.›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2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mediaAndTx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B02B8C5B-FBD9-495B-89D0-14E8A020907A}" type="slidenum">
              <a:t>‹nr.›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Tx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1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0E9BC45D-6DE8-4E1E-8195-FCF1AB64B249}" type="slidenum">
              <a:t>‹nr.›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4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45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46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5F9ACED5-9E75-49C3-A357-962C54C94403}" type="slidenum">
              <a:t>‹nr.›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5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5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58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ACC2869F-60CA-494F-A966-7A0482A532D8}" type="slidenum">
              <a:t>‹nr.›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Defaul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6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68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DC47A320-3809-457C-8828-F3A616539004}" type="slidenum">
              <a:t>‹nr.›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Defaul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7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8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81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82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0B207151-858D-4792-959F-82BE181714E0}" type="slidenum">
              <a:t>‹nr.›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4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7"/>
          </p:nvPr>
        </p:nvSpPr>
        <p:spPr/>
        <p:txBody>
          <a:bodyPr/>
          <a:lstStyle/>
          <a:p>
            <a:fld id="{05042A53-7A02-4C30-8AAD-0467010BB6BC}" type="slidenum">
              <a:t>‹nr.›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48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Defaul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0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02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03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9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0"/>
          </p:nvPr>
        </p:nvSpPr>
        <p:spPr/>
        <p:txBody>
          <a:bodyPr/>
          <a:lstStyle/>
          <a:p>
            <a:fld id="{B52D16DF-A3C0-4836-8F15-4E3CE466CBDC}" type="slidenum">
              <a:t>‹nr.›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5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Tx" preserve="1">
  <p:cSld name="Defaul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0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0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07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9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0"/>
          </p:nvPr>
        </p:nvSpPr>
        <p:spPr/>
        <p:txBody>
          <a:bodyPr/>
          <a:lstStyle/>
          <a:p>
            <a:fld id="{2620348A-64F0-44D5-80BB-388472AE2BE1}" type="slidenum">
              <a:t>‹nr.›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5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Defaul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9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0"/>
          </p:nvPr>
        </p:nvSpPr>
        <p:spPr/>
        <p:txBody>
          <a:bodyPr/>
          <a:lstStyle/>
          <a:p>
            <a:fld id="{46508B1B-36C6-4C0F-81B4-80EF9F7211AC}" type="slidenum">
              <a:t>‹nr.›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5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Defaul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1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1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1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13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9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0"/>
          </p:nvPr>
        </p:nvSpPr>
        <p:spPr/>
        <p:txBody>
          <a:bodyPr/>
          <a:lstStyle/>
          <a:p>
            <a:fld id="{A9C4EEFD-3684-4473-BAF2-6C5703B848B1}" type="slidenum">
              <a:t>‹nr.›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5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Defaul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1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9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0"/>
          </p:nvPr>
        </p:nvSpPr>
        <p:spPr/>
        <p:txBody>
          <a:bodyPr/>
          <a:lstStyle/>
          <a:p>
            <a:fld id="{05A0D17C-1699-4BDC-8F87-032E5532D3ED}" type="slidenum">
              <a:t>‹nr.›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5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Defaul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1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18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9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0"/>
          </p:nvPr>
        </p:nvSpPr>
        <p:spPr/>
        <p:txBody>
          <a:bodyPr/>
          <a:lstStyle/>
          <a:p>
            <a:fld id="{00B5AFD3-3A47-48B1-A079-D92C09F6AEE8}" type="slidenum">
              <a:t>‹nr.›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5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faul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2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2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9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0"/>
          </p:nvPr>
        </p:nvSpPr>
        <p:spPr/>
        <p:txBody>
          <a:bodyPr/>
          <a:lstStyle/>
          <a:p>
            <a:fld id="{D34504C3-A40C-4326-BD76-EDA10F1C7406}" type="slidenum">
              <a:t>‹nr.›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5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Defaul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2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24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25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9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0"/>
          </p:nvPr>
        </p:nvSpPr>
        <p:spPr/>
        <p:txBody>
          <a:bodyPr/>
          <a:lstStyle/>
          <a:p>
            <a:fld id="{E9EC271D-B82A-4FDA-B8A6-BBC646B4989F}" type="slidenum">
              <a:t>‹nr.›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5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9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0"/>
          </p:nvPr>
        </p:nvSpPr>
        <p:spPr/>
        <p:txBody>
          <a:bodyPr/>
          <a:lstStyle/>
          <a:p>
            <a:fld id="{9D42BA09-90A2-4B3E-B5E2-B5FD68F3F868}" type="slidenum">
              <a:t>‹nr.›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5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Defaul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3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3"/>
          </p:nvPr>
        </p:nvSpPr>
        <p:spPr/>
        <p:txBody>
          <a:bodyPr/>
          <a:lstStyle/>
          <a:p>
            <a:fld id="{13F96678-AC9D-47A1-8826-D3987035C0A3}" type="slidenum">
              <a:t>‹nr.›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5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Defaul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4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6"/>
          </p:nvPr>
        </p:nvSpPr>
        <p:spPr/>
        <p:txBody>
          <a:bodyPr/>
          <a:lstStyle/>
          <a:p>
            <a:fld id="{E811CE37-2D73-4EDD-B355-A414E146F30F}" type="slidenum">
              <a:t>‹nr.›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5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faul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4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5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9"/>
          </p:nvPr>
        </p:nvSpPr>
        <p:spPr/>
        <p:txBody>
          <a:bodyPr/>
          <a:lstStyle/>
          <a:p>
            <a:fld id="{F4596CD1-3B41-4B00-842C-19E3132BAE59}" type="slidenum">
              <a:t>‹nr.›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6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Default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6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62"/>
          </p:nvPr>
        </p:nvSpPr>
        <p:spPr/>
        <p:txBody>
          <a:bodyPr/>
          <a:lstStyle/>
          <a:p>
            <a:fld id="{43311B4B-8A50-4BE9-8FFD-C15E09E39E4C}" type="slidenum">
              <a:t>‹nr.›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6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mediaAndTx" preserve="1">
  <p:cSld name="Default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6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5"/>
          </p:nvPr>
        </p:nvSpPr>
        <p:spPr/>
        <p:txBody>
          <a:bodyPr/>
          <a:lstStyle/>
          <a:p>
            <a:fld id="{8058C567-6D12-45EA-BC74-2D6B577F0193}" type="slidenum">
              <a:t>‹nr.›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6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Tx" preserve="1">
  <p:cSld name="Default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7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7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7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6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8"/>
          </p:nvPr>
        </p:nvSpPr>
        <p:spPr/>
        <p:txBody>
          <a:bodyPr/>
          <a:lstStyle/>
          <a:p>
            <a:fld id="{F059CA7E-7D76-4940-BFF4-B59AF0D073E5}" type="slidenum">
              <a:t>‹nr.›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6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Default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8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8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84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71"/>
          </p:nvPr>
        </p:nvSpPr>
        <p:spPr/>
        <p:txBody>
          <a:bodyPr/>
          <a:lstStyle/>
          <a:p>
            <a:fld id="{17C9AB5F-EE4D-48F4-A945-14840271D6F3}" type="slidenum">
              <a:t>‹nr.›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7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_rels/slideMaster3.xml.rels><?xml version="1.0" encoding="UTF-8" standalone="yes"?>
<Relationships xmlns="http://schemas.openxmlformats.org/package/2006/relationships"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3.xml"/></Relationships>
</file>

<file path=ppt/slideMasters/_rels/slideMaster4.xml.rels><?xml version="1.0" encoding="UTF-8" standalone="yes"?>
<Relationships xmlns="http://schemas.openxmlformats.org/package/2006/relationships"><Relationship Id="rId2" Type="http://schemas.openxmlformats.org/officeDocument/2006/relationships/theme" Target="../theme/theme4.xml"/><Relationship Id="rId1" Type="http://schemas.openxmlformats.org/officeDocument/2006/relationships/slideLayout" Target="../slideLayouts/slideLayout4.xml"/></Relationships>
</file>

<file path=ppt/slideMasters/_rels/slideMaster5.xml.rels><?xml version="1.0" encoding="UTF-8" standalone="yes"?>
<Relationships xmlns="http://schemas.openxmlformats.org/package/2006/relationships"><Relationship Id="rId2" Type="http://schemas.openxmlformats.org/officeDocument/2006/relationships/theme" Target="../theme/theme5.xml"/><Relationship Id="rId1" Type="http://schemas.openxmlformats.org/officeDocument/2006/relationships/slideLayout" Target="../slideLayouts/slideLayout5.xml"/></Relationships>
</file>

<file path=ppt/slideMasters/_rels/slideMaster6.xml.rels><?xml version="1.0" encoding="UTF-8" standalone="yes"?>
<Relationships xmlns="http://schemas.openxmlformats.org/package/2006/relationships"><Relationship Id="rId2" Type="http://schemas.openxmlformats.org/officeDocument/2006/relationships/theme" Target="../theme/theme6.xml"/><Relationship Id="rId1" Type="http://schemas.openxmlformats.org/officeDocument/2006/relationships/slideLayout" Target="../slideLayouts/slideLayout6.xml"/></Relationships>
</file>

<file path=ppt/slideMasters/_rels/slideMaster7.xml.rels><?xml version="1.0" encoding="UTF-8" standalone="yes"?>
<Relationships xmlns="http://schemas.openxmlformats.org/package/2006/relationships"><Relationship Id="rId2" Type="http://schemas.openxmlformats.org/officeDocument/2006/relationships/theme" Target="../theme/theme7.xml"/><Relationship Id="rId1" Type="http://schemas.openxmlformats.org/officeDocument/2006/relationships/slideLayout" Target="../slideLayouts/slideLayout7.xml"/></Relationships>
</file>

<file path=ppt/slideMasters/_rels/slideMaster8.xml.rels><?xml version="1.0" encoding="UTF-8" standalone="yes"?>
<Relationships xmlns="http://schemas.openxmlformats.org/package/2006/relationships"><Relationship Id="rId2" Type="http://schemas.openxmlformats.org/officeDocument/2006/relationships/theme" Target="../theme/theme8.xml"/><Relationship Id="rId1" Type="http://schemas.openxmlformats.org/officeDocument/2006/relationships/slideLayout" Target="../slideLayouts/slideLayout8.xml"/></Relationships>
</file>

<file path=ppt/slideMasters/_rels/slideMaster9.xml.rels><?xml version="1.0" encoding="UTF-8" standalone="yes"?>
<Relationships xmlns="http://schemas.openxmlformats.org/package/2006/relationships"><Relationship Id="rId2" Type="http://schemas.openxmlformats.org/officeDocument/2006/relationships/theme" Target="../theme/theme9.xml"/><Relationship Id="rId1" Type="http://schemas.openxmlformats.org/officeDocument/2006/relationships/slideLayout" Target="../slideLayouts/slideLayout9.xml"/></Relationships>
</file>

<file path=ppt/slideMasters/_rels/slideMaster10.xml.rels><?xml version="1.0" encoding="UTF-8" standalone="yes"?>
<Relationships xmlns="http://schemas.openxmlformats.org/package/2006/relationships"><Relationship Id="rId2" Type="http://schemas.openxmlformats.org/officeDocument/2006/relationships/theme" Target="../theme/theme10.xml"/><Relationship Id="rId1" Type="http://schemas.openxmlformats.org/officeDocument/2006/relationships/slideLayout" Target="../slideLayouts/slideLayout10.xml"/></Relationships>
</file>

<file path=ppt/slideMasters/_rels/slideMaster1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1.xml"/><Relationship Id="rId1" Type="http://schemas.openxmlformats.org/officeDocument/2006/relationships/slideLayout" Target="../slideLayouts/slideLayout11.xml"/></Relationships>
</file>

<file path=ppt/slideMasters/_rels/slideMaster12.xml.rels><?xml version="1.0" encoding="UTF-8" standalone="yes"?>
<Relationships xmlns="http://schemas.openxmlformats.org/package/2006/relationships"><Relationship Id="rId2" Type="http://schemas.openxmlformats.org/officeDocument/2006/relationships/theme" Target="../theme/theme12.xml"/><Relationship Id="rId1" Type="http://schemas.openxmlformats.org/officeDocument/2006/relationships/slideLayout" Target="../slideLayouts/slideLayout12.xml"/></Relationships>
</file>

<file path=ppt/slideMasters/_rels/slideMaster13.xml.rels><?xml version="1.0" encoding="UTF-8" standalone="yes"?>
<Relationships xmlns="http://schemas.openxmlformats.org/package/2006/relationships"><Relationship Id="rId2" Type="http://schemas.openxmlformats.org/officeDocument/2006/relationships/theme" Target="../theme/theme13.xml"/><Relationship Id="rId1" Type="http://schemas.openxmlformats.org/officeDocument/2006/relationships/slideLayout" Target="../slideLayouts/slideLayout13.xml"/></Relationships>
</file>

<file path=ppt/slideMasters/_rels/slideMaster14.xml.rels><?xml version="1.0" encoding="UTF-8" standalone="yes"?>
<Relationships xmlns="http://schemas.openxmlformats.org/package/2006/relationships"><Relationship Id="rId2" Type="http://schemas.openxmlformats.org/officeDocument/2006/relationships/theme" Target="../theme/theme14.xml"/><Relationship Id="rId1" Type="http://schemas.openxmlformats.org/officeDocument/2006/relationships/slideLayout" Target="../slideLayouts/slideLayout14.xml"/></Relationships>
</file>

<file path=ppt/slideMasters/_rels/slideMaster15.xml.rels><?xml version="1.0" encoding="UTF-8" standalone="yes"?>
<Relationships xmlns="http://schemas.openxmlformats.org/package/2006/relationships"><Relationship Id="rId2" Type="http://schemas.openxmlformats.org/officeDocument/2006/relationships/theme" Target="../theme/theme15.xml"/><Relationship Id="rId1" Type="http://schemas.openxmlformats.org/officeDocument/2006/relationships/slideLayout" Target="../slideLayouts/slideLayout15.xml"/></Relationships>
</file>

<file path=ppt/slideMasters/_rels/slideMaster16.xml.rels><?xml version="1.0" encoding="UTF-8" standalone="yes"?>
<Relationships xmlns="http://schemas.openxmlformats.org/package/2006/relationships"><Relationship Id="rId2" Type="http://schemas.openxmlformats.org/officeDocument/2006/relationships/theme" Target="../theme/theme16.xml"/><Relationship Id="rId1" Type="http://schemas.openxmlformats.org/officeDocument/2006/relationships/slideLayout" Target="../slideLayouts/slideLayout16.xml"/></Relationships>
</file>

<file path=ppt/slideMasters/_rels/slideMaster17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4.xml"/><Relationship Id="rId3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Relationship Id="rId6" Type="http://schemas.openxmlformats.org/officeDocument/2006/relationships/slideLayout" Target="../slideLayouts/slideLayout22.xml"/><Relationship Id="rId5" Type="http://schemas.openxmlformats.org/officeDocument/2006/relationships/slideLayout" Target="../slideLayouts/slideLayout21.xml"/><Relationship Id="rId10" Type="http://schemas.openxmlformats.org/officeDocument/2006/relationships/theme" Target="../theme/theme17.xml"/><Relationship Id="rId4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5.xml"/></Relationships>
</file>

<file path=ppt/slideMasters/_rels/slideMaster18.xml.rels><?xml version="1.0" encoding="UTF-8" standalone="yes"?>
<Relationships xmlns="http://schemas.openxmlformats.org/package/2006/relationships"><Relationship Id="rId2" Type="http://schemas.openxmlformats.org/officeDocument/2006/relationships/theme" Target="../theme/theme18.xml"/><Relationship Id="rId1" Type="http://schemas.openxmlformats.org/officeDocument/2006/relationships/slideLayout" Target="../slideLayouts/slideLayout26.xml"/></Relationships>
</file>

<file path=ppt/slideMasters/_rels/slideMaster19.xml.rels><?xml version="1.0" encoding="UTF-8" standalone="yes"?>
<Relationships xmlns="http://schemas.openxmlformats.org/package/2006/relationships"><Relationship Id="rId2" Type="http://schemas.openxmlformats.org/officeDocument/2006/relationships/theme" Target="../theme/theme19.xml"/><Relationship Id="rId1" Type="http://schemas.openxmlformats.org/officeDocument/2006/relationships/slideLayout" Target="../slideLayouts/slideLayout27.xml"/></Relationships>
</file>

<file path=ppt/slideMasters/_rels/slideMaster20.xml.rels><?xml version="1.0" encoding="UTF-8" standalone="yes"?>
<Relationships xmlns="http://schemas.openxmlformats.org/package/2006/relationships"><Relationship Id="rId2" Type="http://schemas.openxmlformats.org/officeDocument/2006/relationships/theme" Target="../theme/theme20.xml"/><Relationship Id="rId1" Type="http://schemas.openxmlformats.org/officeDocument/2006/relationships/slideLayout" Target="../slideLayouts/slideLayout28.xml"/></Relationships>
</file>

<file path=ppt/slideMasters/_rels/slideMaster21.xml.rels><?xml version="1.0" encoding="UTF-8" standalone="yes"?>
<Relationships xmlns="http://schemas.openxmlformats.org/package/2006/relationships"><Relationship Id="rId2" Type="http://schemas.openxmlformats.org/officeDocument/2006/relationships/theme" Target="../theme/theme21.xml"/><Relationship Id="rId1" Type="http://schemas.openxmlformats.org/officeDocument/2006/relationships/slideLayout" Target="../slideLayouts/slideLayout29.xml"/></Relationships>
</file>

<file path=ppt/slideMasters/_rels/slideMaster2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2.xml"/><Relationship Id="rId1" Type="http://schemas.openxmlformats.org/officeDocument/2006/relationships/slideLayout" Target="../slideLayouts/slideLayout30.xml"/></Relationships>
</file>

<file path=ppt/slideMasters/_rels/slideMaster23.xml.rels><?xml version="1.0" encoding="UTF-8" standalone="yes"?>
<Relationships xmlns="http://schemas.openxmlformats.org/package/2006/relationships"><Relationship Id="rId2" Type="http://schemas.openxmlformats.org/officeDocument/2006/relationships/theme" Target="../theme/theme23.xml"/><Relationship Id="rId1" Type="http://schemas.openxmlformats.org/officeDocument/2006/relationships/slideLayout" Target="../slideLayouts/slideLayout31.xml"/></Relationships>
</file>

<file path=ppt/slideMasters/_rels/slideMaster24.xml.rels><?xml version="1.0" encoding="UTF-8" standalone="yes"?>
<Relationships xmlns="http://schemas.openxmlformats.org/package/2006/relationships"><Relationship Id="rId2" Type="http://schemas.openxmlformats.org/officeDocument/2006/relationships/theme" Target="../theme/theme24.xml"/><Relationship Id="rId1" Type="http://schemas.openxmlformats.org/officeDocument/2006/relationships/slideLayout" Target="../slideLayouts/slideLayout3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8" hidden="1"/>
          <p:cNvSpPr/>
          <p:nvPr/>
        </p:nvSpPr>
        <p:spPr>
          <a:xfrm>
            <a:off x="478080" y="360"/>
            <a:ext cx="227880" cy="685728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uFillTx/>
              <a:latin typeface="Arial"/>
              <a:ea typeface="DejaVu Sans"/>
            </a:endParaRPr>
          </a:p>
        </p:txBody>
      </p:sp>
      <p:grpSp>
        <p:nvGrpSpPr>
          <p:cNvPr id="12" name="Group 6"/>
          <p:cNvGrpSpPr/>
          <p:nvPr/>
        </p:nvGrpSpPr>
        <p:grpSpPr>
          <a:xfrm>
            <a:off x="752040" y="743760"/>
            <a:ext cx="10674000" cy="5349600"/>
            <a:chOff x="752040" y="743760"/>
            <a:chExt cx="10674000" cy="5349600"/>
          </a:xfrm>
        </p:grpSpPr>
        <p:sp>
          <p:nvSpPr>
            <p:cNvPr id="2" name="Freeform 6"/>
            <p:cNvSpPr/>
            <p:nvPr/>
          </p:nvSpPr>
          <p:spPr>
            <a:xfrm>
              <a:off x="8151840" y="1685520"/>
              <a:ext cx="3274200" cy="4407840"/>
            </a:xfrm>
            <a:custGeom>
              <a:avLst/>
              <a:gdLst>
                <a:gd name="textAreaLeft" fmla="*/ 0 w 3274200"/>
                <a:gd name="textAreaRight" fmla="*/ 3274920 w 3274200"/>
                <a:gd name="textAreaTop" fmla="*/ 0 h 4407840"/>
                <a:gd name="textAreaBottom" fmla="*/ 4408560 h 4407840"/>
              </a:gdLst>
              <a:ahLst/>
              <a:cxnLst/>
              <a:rect l="textAreaLeft" t="textAreaTop" r="textAreaRight" b="textAreaBottom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GB" sz="1800" b="0" u="none" strike="noStrike">
                <a:solidFill>
                  <a:srgbClr val="FFFFFF"/>
                </a:solidFill>
                <a:uFillTx/>
                <a:latin typeface="Arial"/>
                <a:ea typeface="DejaVu Sans"/>
              </a:endParaRPr>
            </a:p>
          </p:txBody>
        </p:sp>
        <p:sp>
          <p:nvSpPr>
            <p:cNvPr id="3" name="Freeform 6"/>
            <p:cNvSpPr/>
            <p:nvPr/>
          </p:nvSpPr>
          <p:spPr>
            <a:xfrm flipH="1" flipV="1">
              <a:off x="751320" y="743760"/>
              <a:ext cx="3274920" cy="4407840"/>
            </a:xfrm>
            <a:custGeom>
              <a:avLst/>
              <a:gdLst>
                <a:gd name="textAreaLeft" fmla="*/ 360 w 3274920"/>
                <a:gd name="textAreaRight" fmla="*/ 3276000 w 3274920"/>
                <a:gd name="textAreaTop" fmla="*/ -360 h 4407840"/>
                <a:gd name="textAreaBottom" fmla="*/ 4408200 h 4407840"/>
              </a:gdLst>
              <a:ahLst/>
              <a:cxnLst/>
              <a:rect l="textAreaLeft" t="textAreaTop" r="textAreaRight" b="textAreaBottom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GB" sz="1800" b="0" u="none" strike="noStrike">
                <a:solidFill>
                  <a:srgbClr val="FFFFFF"/>
                </a:solidFill>
                <a:uFillTx/>
                <a:latin typeface="Arial"/>
                <a:ea typeface="DejaVu Sans"/>
              </a:endParaRPr>
            </a:p>
          </p:txBody>
        </p:sp>
      </p:grpSp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1371600" y="2286000"/>
            <a:ext cx="468468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70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6" name="PlaceHolder 3"/>
          <p:cNvSpPr>
            <a:spLocks noGrp="1"/>
          </p:cNvSpPr>
          <p:nvPr>
            <p:ph type="body"/>
          </p:nvPr>
        </p:nvSpPr>
        <p:spPr>
          <a:xfrm>
            <a:off x="6291360" y="2286000"/>
            <a:ext cx="468468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70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7" name="PlaceHolder 4"/>
          <p:cNvSpPr>
            <a:spLocks noGrp="1"/>
          </p:cNvSpPr>
          <p:nvPr>
            <p:ph type="body"/>
          </p:nvPr>
        </p:nvSpPr>
        <p:spPr>
          <a:xfrm>
            <a:off x="1371600" y="4156560"/>
            <a:ext cx="960048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8" name="PlaceHolder 5"/>
          <p:cNvSpPr>
            <a:spLocks noGrp="1"/>
          </p:cNvSpPr>
          <p:nvPr>
            <p:ph type="ftr" idx="1"/>
          </p:nvPr>
        </p:nvSpPr>
        <p:spPr>
          <a:xfrm>
            <a:off x="2584080" y="6453360"/>
            <a:ext cx="7022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2"/>
          </p:nvPr>
        </p:nvSpPr>
        <p:spPr>
          <a:xfrm>
            <a:off x="9830520" y="6453360"/>
            <a:ext cx="1595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191B0E"/>
                </a:solidFill>
                <a:uFillTx/>
                <a:latin typeface="Franklin Gothic Book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57854D3-A23A-4A1D-A13C-B2CC412CC8A8}" type="slidenum">
              <a:rPr lang="en-US" sz="1200" b="0" u="none" strike="noStrike">
                <a:solidFill>
                  <a:srgbClr val="191B0E"/>
                </a:solidFill>
                <a:uFillTx/>
                <a:latin typeface="Franklin Gothic Book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0" name="PlaceHolder 7"/>
          <p:cNvSpPr>
            <a:spLocks noGrp="1"/>
          </p:cNvSpPr>
          <p:nvPr>
            <p:ph type="dt" idx="3"/>
          </p:nvPr>
        </p:nvSpPr>
        <p:spPr>
          <a:xfrm>
            <a:off x="752760" y="6453360"/>
            <a:ext cx="160740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8" hidden="1"/>
          <p:cNvSpPr/>
          <p:nvPr/>
        </p:nvSpPr>
        <p:spPr>
          <a:xfrm>
            <a:off x="478080" y="360"/>
            <a:ext cx="227880" cy="685728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uFillTx/>
              <a:latin typeface="Arial"/>
              <a:ea typeface="DejaVu Sans"/>
            </a:endParaRPr>
          </a:p>
        </p:txBody>
      </p:sp>
      <p:grpSp>
        <p:nvGrpSpPr>
          <p:cNvPr id="16" name="Group 6"/>
          <p:cNvGrpSpPr/>
          <p:nvPr/>
        </p:nvGrpSpPr>
        <p:grpSpPr>
          <a:xfrm>
            <a:off x="752040" y="743760"/>
            <a:ext cx="10674000" cy="5349600"/>
            <a:chOff x="752040" y="743760"/>
            <a:chExt cx="10674000" cy="5349600"/>
          </a:xfrm>
        </p:grpSpPr>
        <p:sp>
          <p:nvSpPr>
            <p:cNvPr id="17" name="Freeform 6"/>
            <p:cNvSpPr/>
            <p:nvPr/>
          </p:nvSpPr>
          <p:spPr>
            <a:xfrm>
              <a:off x="8151840" y="1685520"/>
              <a:ext cx="3274200" cy="4407840"/>
            </a:xfrm>
            <a:custGeom>
              <a:avLst/>
              <a:gdLst>
                <a:gd name="textAreaLeft" fmla="*/ 0 w 3274200"/>
                <a:gd name="textAreaRight" fmla="*/ 3274920 w 3274200"/>
                <a:gd name="textAreaTop" fmla="*/ 0 h 4407840"/>
                <a:gd name="textAreaBottom" fmla="*/ 4408560 h 4407840"/>
              </a:gdLst>
              <a:ahLst/>
              <a:cxnLst/>
              <a:rect l="textAreaLeft" t="textAreaTop" r="textAreaRight" b="textAreaBottom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GB" sz="1800" b="0" u="none" strike="noStrike">
                <a:solidFill>
                  <a:srgbClr val="FFFFFF"/>
                </a:solidFill>
                <a:uFillTx/>
                <a:latin typeface="Arial"/>
                <a:ea typeface="DejaVu Sans"/>
              </a:endParaRPr>
            </a:p>
          </p:txBody>
        </p:sp>
        <p:sp>
          <p:nvSpPr>
            <p:cNvPr id="18" name="Freeform 6"/>
            <p:cNvSpPr/>
            <p:nvPr/>
          </p:nvSpPr>
          <p:spPr>
            <a:xfrm flipH="1" flipV="1">
              <a:off x="751320" y="743760"/>
              <a:ext cx="3274920" cy="4407840"/>
            </a:xfrm>
            <a:custGeom>
              <a:avLst/>
              <a:gdLst>
                <a:gd name="textAreaLeft" fmla="*/ 360 w 3274920"/>
                <a:gd name="textAreaRight" fmla="*/ 3276000 w 3274920"/>
                <a:gd name="textAreaTop" fmla="*/ -360 h 4407840"/>
                <a:gd name="textAreaBottom" fmla="*/ 4408200 h 4407840"/>
              </a:gdLst>
              <a:ahLst/>
              <a:cxnLst/>
              <a:rect l="textAreaLeft" t="textAreaTop" r="textAreaRight" b="textAreaBottom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GB" sz="1800" b="0" u="none" strike="noStrike">
                <a:solidFill>
                  <a:srgbClr val="FFFFFF"/>
                </a:solidFill>
                <a:uFillTx/>
                <a:latin typeface="Arial"/>
                <a:ea typeface="DejaVu Sans"/>
              </a:endParaRPr>
            </a:p>
          </p:txBody>
        </p:sp>
      </p:grpSp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1371600" y="2286000"/>
            <a:ext cx="960048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1371600" y="4156560"/>
            <a:ext cx="960048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22" name="PlaceHolder 4"/>
          <p:cNvSpPr>
            <a:spLocks noGrp="1"/>
          </p:cNvSpPr>
          <p:nvPr>
            <p:ph type="ftr" idx="4"/>
          </p:nvPr>
        </p:nvSpPr>
        <p:spPr>
          <a:xfrm>
            <a:off x="2584080" y="6453360"/>
            <a:ext cx="7022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3" name="PlaceHolder 5"/>
          <p:cNvSpPr>
            <a:spLocks noGrp="1"/>
          </p:cNvSpPr>
          <p:nvPr>
            <p:ph type="sldNum" idx="5"/>
          </p:nvPr>
        </p:nvSpPr>
        <p:spPr>
          <a:xfrm>
            <a:off x="9830520" y="6453360"/>
            <a:ext cx="1595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191B0E"/>
                </a:solidFill>
                <a:uFillTx/>
                <a:latin typeface="Franklin Gothic Book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A3B7A359-A202-474A-82BB-DF8E732C4F44}" type="slidenum">
              <a:rPr lang="en-US" sz="1200" b="0" u="none" strike="noStrike">
                <a:solidFill>
                  <a:srgbClr val="191B0E"/>
                </a:solidFill>
                <a:uFillTx/>
                <a:latin typeface="Franklin Gothic Book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4" name="PlaceHolder 6"/>
          <p:cNvSpPr>
            <a:spLocks noGrp="1"/>
          </p:cNvSpPr>
          <p:nvPr>
            <p:ph type="dt" idx="6"/>
          </p:nvPr>
        </p:nvSpPr>
        <p:spPr>
          <a:xfrm>
            <a:off x="752760" y="6453360"/>
            <a:ext cx="160740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8" hidden="1"/>
          <p:cNvSpPr/>
          <p:nvPr/>
        </p:nvSpPr>
        <p:spPr>
          <a:xfrm>
            <a:off x="478080" y="360"/>
            <a:ext cx="227880" cy="685728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uFillTx/>
              <a:latin typeface="Arial"/>
              <a:ea typeface="DejaVu Sans"/>
            </a:endParaRPr>
          </a:p>
        </p:txBody>
      </p:sp>
      <p:grpSp>
        <p:nvGrpSpPr>
          <p:cNvPr id="29" name="Group 6"/>
          <p:cNvGrpSpPr/>
          <p:nvPr/>
        </p:nvGrpSpPr>
        <p:grpSpPr>
          <a:xfrm>
            <a:off x="752040" y="743760"/>
            <a:ext cx="10674000" cy="5349600"/>
            <a:chOff x="752040" y="743760"/>
            <a:chExt cx="10674000" cy="5349600"/>
          </a:xfrm>
        </p:grpSpPr>
        <p:sp>
          <p:nvSpPr>
            <p:cNvPr id="30" name="Freeform 6"/>
            <p:cNvSpPr/>
            <p:nvPr/>
          </p:nvSpPr>
          <p:spPr>
            <a:xfrm>
              <a:off x="8151840" y="1685520"/>
              <a:ext cx="3274200" cy="4407840"/>
            </a:xfrm>
            <a:custGeom>
              <a:avLst/>
              <a:gdLst>
                <a:gd name="textAreaLeft" fmla="*/ 0 w 3274200"/>
                <a:gd name="textAreaRight" fmla="*/ 3274920 w 3274200"/>
                <a:gd name="textAreaTop" fmla="*/ 0 h 4407840"/>
                <a:gd name="textAreaBottom" fmla="*/ 4408560 h 4407840"/>
              </a:gdLst>
              <a:ahLst/>
              <a:cxnLst/>
              <a:rect l="textAreaLeft" t="textAreaTop" r="textAreaRight" b="textAreaBottom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GB" sz="1800" b="0" u="none" strike="noStrike">
                <a:solidFill>
                  <a:srgbClr val="FFFFFF"/>
                </a:solidFill>
                <a:uFillTx/>
                <a:latin typeface="Arial"/>
                <a:ea typeface="DejaVu Sans"/>
              </a:endParaRPr>
            </a:p>
          </p:txBody>
        </p:sp>
        <p:sp>
          <p:nvSpPr>
            <p:cNvPr id="31" name="Freeform 6"/>
            <p:cNvSpPr/>
            <p:nvPr/>
          </p:nvSpPr>
          <p:spPr>
            <a:xfrm flipH="1" flipV="1">
              <a:off x="751320" y="743760"/>
              <a:ext cx="3274920" cy="4407840"/>
            </a:xfrm>
            <a:custGeom>
              <a:avLst/>
              <a:gdLst>
                <a:gd name="textAreaLeft" fmla="*/ 360 w 3274920"/>
                <a:gd name="textAreaRight" fmla="*/ 3276000 w 3274920"/>
                <a:gd name="textAreaTop" fmla="*/ -360 h 4407840"/>
                <a:gd name="textAreaBottom" fmla="*/ 4408200 h 4407840"/>
              </a:gdLst>
              <a:ahLst/>
              <a:cxnLst/>
              <a:rect l="textAreaLeft" t="textAreaTop" r="textAreaRight" b="textAreaBottom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GB" sz="1800" b="0" u="none" strike="noStrike">
                <a:solidFill>
                  <a:srgbClr val="FFFFFF"/>
                </a:solidFill>
                <a:uFillTx/>
                <a:latin typeface="Arial"/>
                <a:ea typeface="DejaVu Sans"/>
              </a:endParaRPr>
            </a:p>
          </p:txBody>
        </p:sp>
      </p:grpSp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1371600" y="2286000"/>
            <a:ext cx="468468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70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6291360" y="2286000"/>
            <a:ext cx="468468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70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1371600" y="4156560"/>
            <a:ext cx="468468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70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6291360" y="4156560"/>
            <a:ext cx="468468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70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37" name="PlaceHolder 6"/>
          <p:cNvSpPr>
            <a:spLocks noGrp="1"/>
          </p:cNvSpPr>
          <p:nvPr>
            <p:ph type="ftr" idx="7"/>
          </p:nvPr>
        </p:nvSpPr>
        <p:spPr>
          <a:xfrm>
            <a:off x="2584080" y="6453360"/>
            <a:ext cx="7022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sldNum" idx="8"/>
          </p:nvPr>
        </p:nvSpPr>
        <p:spPr>
          <a:xfrm>
            <a:off x="9830520" y="6453360"/>
            <a:ext cx="1595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191B0E"/>
                </a:solidFill>
                <a:uFillTx/>
                <a:latin typeface="Franklin Gothic Book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BAD3069A-B913-4091-92A4-E37D776F8AE4}" type="slidenum">
              <a:rPr lang="en-US" sz="1200" b="0" u="none" strike="noStrike">
                <a:solidFill>
                  <a:srgbClr val="191B0E"/>
                </a:solidFill>
                <a:uFillTx/>
                <a:latin typeface="Franklin Gothic Book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dt" idx="9"/>
          </p:nvPr>
        </p:nvSpPr>
        <p:spPr>
          <a:xfrm>
            <a:off x="752760" y="6453360"/>
            <a:ext cx="160740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8" hidden="1"/>
          <p:cNvSpPr/>
          <p:nvPr/>
        </p:nvSpPr>
        <p:spPr>
          <a:xfrm>
            <a:off x="478080" y="360"/>
            <a:ext cx="227880" cy="685728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uFillTx/>
              <a:latin typeface="Arial"/>
              <a:ea typeface="DejaVu Sans"/>
            </a:endParaRPr>
          </a:p>
        </p:txBody>
      </p:sp>
      <p:grpSp>
        <p:nvGrpSpPr>
          <p:cNvPr id="46" name="Group 6"/>
          <p:cNvGrpSpPr/>
          <p:nvPr/>
        </p:nvGrpSpPr>
        <p:grpSpPr>
          <a:xfrm>
            <a:off x="752040" y="743760"/>
            <a:ext cx="10674000" cy="5349600"/>
            <a:chOff x="752040" y="743760"/>
            <a:chExt cx="10674000" cy="5349600"/>
          </a:xfrm>
        </p:grpSpPr>
        <p:sp>
          <p:nvSpPr>
            <p:cNvPr id="47" name="Freeform 6"/>
            <p:cNvSpPr/>
            <p:nvPr/>
          </p:nvSpPr>
          <p:spPr>
            <a:xfrm>
              <a:off x="8151840" y="1685520"/>
              <a:ext cx="3274200" cy="4407840"/>
            </a:xfrm>
            <a:custGeom>
              <a:avLst/>
              <a:gdLst>
                <a:gd name="textAreaLeft" fmla="*/ 0 w 3274200"/>
                <a:gd name="textAreaRight" fmla="*/ 3274920 w 3274200"/>
                <a:gd name="textAreaTop" fmla="*/ 0 h 4407840"/>
                <a:gd name="textAreaBottom" fmla="*/ 4408560 h 4407840"/>
              </a:gdLst>
              <a:ahLst/>
              <a:cxnLst/>
              <a:rect l="textAreaLeft" t="textAreaTop" r="textAreaRight" b="textAreaBottom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GB" sz="1800" b="0" u="none" strike="noStrike">
                <a:solidFill>
                  <a:srgbClr val="FFFFFF"/>
                </a:solidFill>
                <a:uFillTx/>
                <a:latin typeface="Arial"/>
                <a:ea typeface="DejaVu Sans"/>
              </a:endParaRPr>
            </a:p>
          </p:txBody>
        </p:sp>
        <p:sp>
          <p:nvSpPr>
            <p:cNvPr id="48" name="Freeform 6"/>
            <p:cNvSpPr/>
            <p:nvPr/>
          </p:nvSpPr>
          <p:spPr>
            <a:xfrm flipH="1" flipV="1">
              <a:off x="751320" y="743760"/>
              <a:ext cx="3274920" cy="4407840"/>
            </a:xfrm>
            <a:custGeom>
              <a:avLst/>
              <a:gdLst>
                <a:gd name="textAreaLeft" fmla="*/ 360 w 3274920"/>
                <a:gd name="textAreaRight" fmla="*/ 3276000 w 3274920"/>
                <a:gd name="textAreaTop" fmla="*/ -360 h 4407840"/>
                <a:gd name="textAreaBottom" fmla="*/ 4408200 h 4407840"/>
              </a:gdLst>
              <a:ahLst/>
              <a:cxnLst/>
              <a:rect l="textAreaLeft" t="textAreaTop" r="textAreaRight" b="textAreaBottom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GB" sz="1800" b="0" u="none" strike="noStrike">
                <a:solidFill>
                  <a:srgbClr val="FFFFFF"/>
                </a:solidFill>
                <a:uFillTx/>
                <a:latin typeface="Arial"/>
                <a:ea typeface="DejaVu Sans"/>
              </a:endParaRPr>
            </a:p>
          </p:txBody>
        </p:sp>
      </p:grpSp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1371600" y="2286000"/>
            <a:ext cx="309096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617720" y="2286000"/>
            <a:ext cx="309096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52" name="PlaceHolder 4"/>
          <p:cNvSpPr>
            <a:spLocks noGrp="1"/>
          </p:cNvSpPr>
          <p:nvPr>
            <p:ph type="body"/>
          </p:nvPr>
        </p:nvSpPr>
        <p:spPr>
          <a:xfrm>
            <a:off x="7864200" y="2286000"/>
            <a:ext cx="309096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53" name="PlaceHolder 5"/>
          <p:cNvSpPr>
            <a:spLocks noGrp="1"/>
          </p:cNvSpPr>
          <p:nvPr>
            <p:ph type="body"/>
          </p:nvPr>
        </p:nvSpPr>
        <p:spPr>
          <a:xfrm>
            <a:off x="1371600" y="4156560"/>
            <a:ext cx="309096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54" name="PlaceHolder 6"/>
          <p:cNvSpPr>
            <a:spLocks noGrp="1"/>
          </p:cNvSpPr>
          <p:nvPr>
            <p:ph type="body"/>
          </p:nvPr>
        </p:nvSpPr>
        <p:spPr>
          <a:xfrm>
            <a:off x="4617720" y="4156560"/>
            <a:ext cx="309096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55" name="PlaceHolder 7"/>
          <p:cNvSpPr>
            <a:spLocks noGrp="1"/>
          </p:cNvSpPr>
          <p:nvPr>
            <p:ph type="body"/>
          </p:nvPr>
        </p:nvSpPr>
        <p:spPr>
          <a:xfrm>
            <a:off x="7864200" y="4156560"/>
            <a:ext cx="309096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56" name="PlaceHolder 8"/>
          <p:cNvSpPr>
            <a:spLocks noGrp="1"/>
          </p:cNvSpPr>
          <p:nvPr>
            <p:ph type="ftr" idx="10"/>
          </p:nvPr>
        </p:nvSpPr>
        <p:spPr>
          <a:xfrm>
            <a:off x="2584080" y="6453360"/>
            <a:ext cx="7022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57" name="PlaceHolder 9"/>
          <p:cNvSpPr>
            <a:spLocks noGrp="1"/>
          </p:cNvSpPr>
          <p:nvPr>
            <p:ph type="sldNum" idx="11"/>
          </p:nvPr>
        </p:nvSpPr>
        <p:spPr>
          <a:xfrm>
            <a:off x="9830520" y="6453360"/>
            <a:ext cx="1595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191B0E"/>
                </a:solidFill>
                <a:uFillTx/>
                <a:latin typeface="Franklin Gothic Book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730915D3-0E33-4A6D-9917-C34F188675F6}" type="slidenum">
              <a:rPr lang="en-US" sz="1200" b="0" u="none" strike="noStrike">
                <a:solidFill>
                  <a:srgbClr val="191B0E"/>
                </a:solidFill>
                <a:uFillTx/>
                <a:latin typeface="Franklin Gothic Book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58" name="PlaceHolder 10"/>
          <p:cNvSpPr>
            <a:spLocks noGrp="1"/>
          </p:cNvSpPr>
          <p:nvPr>
            <p:ph type="dt" idx="12"/>
          </p:nvPr>
        </p:nvSpPr>
        <p:spPr>
          <a:xfrm>
            <a:off x="752760" y="6453360"/>
            <a:ext cx="160740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Rectangle 8" hidden="1"/>
          <p:cNvSpPr/>
          <p:nvPr/>
        </p:nvSpPr>
        <p:spPr>
          <a:xfrm>
            <a:off x="478080" y="360"/>
            <a:ext cx="227880" cy="685728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uFillTx/>
              <a:latin typeface="Arial"/>
              <a:ea typeface="DejaVu Sans"/>
            </a:endParaRPr>
          </a:p>
        </p:txBody>
      </p:sp>
      <p:grpSp>
        <p:nvGrpSpPr>
          <p:cNvPr id="60" name="Group 6"/>
          <p:cNvGrpSpPr/>
          <p:nvPr/>
        </p:nvGrpSpPr>
        <p:grpSpPr>
          <a:xfrm>
            <a:off x="752040" y="743760"/>
            <a:ext cx="10674000" cy="5349600"/>
            <a:chOff x="752040" y="743760"/>
            <a:chExt cx="10674000" cy="5349600"/>
          </a:xfrm>
        </p:grpSpPr>
        <p:sp>
          <p:nvSpPr>
            <p:cNvPr id="61" name="Freeform 6"/>
            <p:cNvSpPr/>
            <p:nvPr/>
          </p:nvSpPr>
          <p:spPr>
            <a:xfrm>
              <a:off x="8151840" y="1685520"/>
              <a:ext cx="3274200" cy="4407840"/>
            </a:xfrm>
            <a:custGeom>
              <a:avLst/>
              <a:gdLst>
                <a:gd name="textAreaLeft" fmla="*/ 0 w 3274200"/>
                <a:gd name="textAreaRight" fmla="*/ 3274920 w 3274200"/>
                <a:gd name="textAreaTop" fmla="*/ 0 h 4407840"/>
                <a:gd name="textAreaBottom" fmla="*/ 4408560 h 4407840"/>
              </a:gdLst>
              <a:ahLst/>
              <a:cxnLst/>
              <a:rect l="textAreaLeft" t="textAreaTop" r="textAreaRight" b="textAreaBottom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GB" sz="1800" b="0" u="none" strike="noStrike">
                <a:solidFill>
                  <a:srgbClr val="FFFFFF"/>
                </a:solidFill>
                <a:uFillTx/>
                <a:latin typeface="Arial"/>
                <a:ea typeface="DejaVu Sans"/>
              </a:endParaRPr>
            </a:p>
          </p:txBody>
        </p:sp>
        <p:sp>
          <p:nvSpPr>
            <p:cNvPr id="62" name="Freeform 6"/>
            <p:cNvSpPr/>
            <p:nvPr/>
          </p:nvSpPr>
          <p:spPr>
            <a:xfrm flipH="1" flipV="1">
              <a:off x="751320" y="743760"/>
              <a:ext cx="3274920" cy="4407840"/>
            </a:xfrm>
            <a:custGeom>
              <a:avLst/>
              <a:gdLst>
                <a:gd name="textAreaLeft" fmla="*/ 360 w 3274920"/>
                <a:gd name="textAreaRight" fmla="*/ 3276000 w 3274920"/>
                <a:gd name="textAreaTop" fmla="*/ -360 h 4407840"/>
                <a:gd name="textAreaBottom" fmla="*/ 4408200 h 4407840"/>
              </a:gdLst>
              <a:ahLst/>
              <a:cxnLst/>
              <a:rect l="textAreaLeft" t="textAreaTop" r="textAreaRight" b="textAreaBottom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GB" sz="1800" b="0" u="none" strike="noStrike">
                <a:solidFill>
                  <a:srgbClr val="FFFFFF"/>
                </a:solidFill>
                <a:uFillTx/>
                <a:latin typeface="Arial"/>
                <a:ea typeface="DejaVu Sans"/>
              </a:endParaRPr>
            </a:p>
          </p:txBody>
        </p:sp>
      </p:grpSp>
      <p:sp>
        <p:nvSpPr>
          <p:cNvPr id="63" name="PlaceHolder 1"/>
          <p:cNvSpPr>
            <a:spLocks noGrp="1"/>
          </p:cNvSpPr>
          <p:nvPr>
            <p:ph type="ftr" idx="13"/>
          </p:nvPr>
        </p:nvSpPr>
        <p:spPr>
          <a:xfrm>
            <a:off x="2584080" y="6453360"/>
            <a:ext cx="7022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 type="sldNum" idx="14"/>
          </p:nvPr>
        </p:nvSpPr>
        <p:spPr>
          <a:xfrm>
            <a:off x="9830520" y="6453360"/>
            <a:ext cx="1595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191B0E"/>
                </a:solidFill>
                <a:uFillTx/>
                <a:latin typeface="Franklin Gothic Book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82CAA51-2E37-4871-A2BD-B2645C85DAD8}" type="slidenum">
              <a:rPr lang="en-US" sz="1200" b="0" u="none" strike="noStrike">
                <a:solidFill>
                  <a:srgbClr val="191B0E"/>
                </a:solidFill>
                <a:uFillTx/>
                <a:latin typeface="Franklin Gothic Book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 type="dt" idx="15"/>
          </p:nvPr>
        </p:nvSpPr>
        <p:spPr>
          <a:xfrm>
            <a:off x="752760" y="6453360"/>
            <a:ext cx="160740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Times New Roman"/>
              </a:rPr>
              <a:t> 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Rectangle 8" hidden="1"/>
          <p:cNvSpPr/>
          <p:nvPr/>
        </p:nvSpPr>
        <p:spPr>
          <a:xfrm>
            <a:off x="478080" y="360"/>
            <a:ext cx="227880" cy="685728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uFillTx/>
              <a:latin typeface="Arial"/>
              <a:ea typeface="DejaVu Sans"/>
            </a:endParaRPr>
          </a:p>
        </p:txBody>
      </p:sp>
      <p:grpSp>
        <p:nvGrpSpPr>
          <p:cNvPr id="67" name="Group 6"/>
          <p:cNvGrpSpPr/>
          <p:nvPr/>
        </p:nvGrpSpPr>
        <p:grpSpPr>
          <a:xfrm>
            <a:off x="752040" y="743760"/>
            <a:ext cx="10674000" cy="5349600"/>
            <a:chOff x="752040" y="743760"/>
            <a:chExt cx="10674000" cy="5349600"/>
          </a:xfrm>
        </p:grpSpPr>
        <p:sp>
          <p:nvSpPr>
            <p:cNvPr id="68" name="Freeform 6"/>
            <p:cNvSpPr/>
            <p:nvPr/>
          </p:nvSpPr>
          <p:spPr>
            <a:xfrm>
              <a:off x="8151840" y="1685520"/>
              <a:ext cx="3274200" cy="4407840"/>
            </a:xfrm>
            <a:custGeom>
              <a:avLst/>
              <a:gdLst>
                <a:gd name="textAreaLeft" fmla="*/ 0 w 3274200"/>
                <a:gd name="textAreaRight" fmla="*/ 3274920 w 3274200"/>
                <a:gd name="textAreaTop" fmla="*/ 0 h 4407840"/>
                <a:gd name="textAreaBottom" fmla="*/ 4408560 h 4407840"/>
              </a:gdLst>
              <a:ahLst/>
              <a:cxnLst/>
              <a:rect l="textAreaLeft" t="textAreaTop" r="textAreaRight" b="textAreaBottom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GB" sz="1800" b="0" u="none" strike="noStrike">
                <a:solidFill>
                  <a:srgbClr val="FFFFFF"/>
                </a:solidFill>
                <a:uFillTx/>
                <a:latin typeface="Arial"/>
                <a:ea typeface="DejaVu Sans"/>
              </a:endParaRPr>
            </a:p>
          </p:txBody>
        </p:sp>
        <p:sp>
          <p:nvSpPr>
            <p:cNvPr id="69" name="Freeform 6"/>
            <p:cNvSpPr/>
            <p:nvPr/>
          </p:nvSpPr>
          <p:spPr>
            <a:xfrm flipH="1" flipV="1">
              <a:off x="751320" y="743760"/>
              <a:ext cx="3274920" cy="4407840"/>
            </a:xfrm>
            <a:custGeom>
              <a:avLst/>
              <a:gdLst>
                <a:gd name="textAreaLeft" fmla="*/ 360 w 3274920"/>
                <a:gd name="textAreaRight" fmla="*/ 3276000 w 3274920"/>
                <a:gd name="textAreaTop" fmla="*/ -360 h 4407840"/>
                <a:gd name="textAreaBottom" fmla="*/ 4408200 h 4407840"/>
              </a:gdLst>
              <a:ahLst/>
              <a:cxnLst/>
              <a:rect l="textAreaLeft" t="textAreaTop" r="textAreaRight" b="textAreaBottom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GB" sz="1800" b="0" u="none" strike="noStrike">
                <a:solidFill>
                  <a:srgbClr val="FFFFFF"/>
                </a:solidFill>
                <a:uFillTx/>
                <a:latin typeface="Arial"/>
                <a:ea typeface="DejaVu Sans"/>
              </a:endParaRPr>
            </a:p>
          </p:txBody>
        </p:sp>
      </p:grpSp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71" name="PlaceHolder 2"/>
          <p:cNvSpPr>
            <a:spLocks noGrp="1"/>
          </p:cNvSpPr>
          <p:nvPr>
            <p:ph type="ftr" idx="16"/>
          </p:nvPr>
        </p:nvSpPr>
        <p:spPr>
          <a:xfrm>
            <a:off x="2584080" y="6453360"/>
            <a:ext cx="7022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 type="sldNum" idx="17"/>
          </p:nvPr>
        </p:nvSpPr>
        <p:spPr>
          <a:xfrm>
            <a:off x="9830520" y="6453360"/>
            <a:ext cx="1595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191B0E"/>
                </a:solidFill>
                <a:uFillTx/>
                <a:latin typeface="Franklin Gothic Book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E40E69A9-DBF9-475A-B913-41FB27E6BEBF}" type="slidenum">
              <a:rPr lang="en-US" sz="1200" b="0" u="none" strike="noStrike">
                <a:solidFill>
                  <a:srgbClr val="191B0E"/>
                </a:solidFill>
                <a:uFillTx/>
                <a:latin typeface="Franklin Gothic Book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 type="dt" idx="18"/>
          </p:nvPr>
        </p:nvSpPr>
        <p:spPr>
          <a:xfrm>
            <a:off x="752760" y="6453360"/>
            <a:ext cx="160740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Times New Roman"/>
              </a:rPr>
              <a:t> </a:t>
            </a:r>
          </a:p>
        </p:txBody>
      </p:sp>
      <p:sp>
        <p:nvSpPr>
          <p:cNvPr id="7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Rectangle 8" hidden="1"/>
          <p:cNvSpPr/>
          <p:nvPr/>
        </p:nvSpPr>
        <p:spPr>
          <a:xfrm>
            <a:off x="478080" y="360"/>
            <a:ext cx="227880" cy="685728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uFillTx/>
              <a:latin typeface="Arial"/>
              <a:ea typeface="DejaVu Sans"/>
            </a:endParaRPr>
          </a:p>
        </p:txBody>
      </p:sp>
      <p:grpSp>
        <p:nvGrpSpPr>
          <p:cNvPr id="78" name="Group 6"/>
          <p:cNvGrpSpPr/>
          <p:nvPr/>
        </p:nvGrpSpPr>
        <p:grpSpPr>
          <a:xfrm>
            <a:off x="752040" y="743760"/>
            <a:ext cx="10674000" cy="5349600"/>
            <a:chOff x="752040" y="743760"/>
            <a:chExt cx="10674000" cy="5349600"/>
          </a:xfrm>
        </p:grpSpPr>
        <p:sp>
          <p:nvSpPr>
            <p:cNvPr id="79" name="Freeform 6"/>
            <p:cNvSpPr/>
            <p:nvPr/>
          </p:nvSpPr>
          <p:spPr>
            <a:xfrm>
              <a:off x="8151840" y="1685520"/>
              <a:ext cx="3274200" cy="4407840"/>
            </a:xfrm>
            <a:custGeom>
              <a:avLst/>
              <a:gdLst>
                <a:gd name="textAreaLeft" fmla="*/ 0 w 3274200"/>
                <a:gd name="textAreaRight" fmla="*/ 3274920 w 3274200"/>
                <a:gd name="textAreaTop" fmla="*/ 0 h 4407840"/>
                <a:gd name="textAreaBottom" fmla="*/ 4408560 h 4407840"/>
              </a:gdLst>
              <a:ahLst/>
              <a:cxnLst/>
              <a:rect l="textAreaLeft" t="textAreaTop" r="textAreaRight" b="textAreaBottom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GB" sz="1800" b="0" u="none" strike="noStrike">
                <a:solidFill>
                  <a:srgbClr val="FFFFFF"/>
                </a:solidFill>
                <a:uFillTx/>
                <a:latin typeface="Arial"/>
                <a:ea typeface="DejaVu Sans"/>
              </a:endParaRPr>
            </a:p>
          </p:txBody>
        </p:sp>
        <p:sp>
          <p:nvSpPr>
            <p:cNvPr id="80" name="Freeform 6"/>
            <p:cNvSpPr/>
            <p:nvPr/>
          </p:nvSpPr>
          <p:spPr>
            <a:xfrm flipH="1" flipV="1">
              <a:off x="751320" y="743760"/>
              <a:ext cx="3274920" cy="4407840"/>
            </a:xfrm>
            <a:custGeom>
              <a:avLst/>
              <a:gdLst>
                <a:gd name="textAreaLeft" fmla="*/ 360 w 3274920"/>
                <a:gd name="textAreaRight" fmla="*/ 3276000 w 3274920"/>
                <a:gd name="textAreaTop" fmla="*/ -360 h 4407840"/>
                <a:gd name="textAreaBottom" fmla="*/ 4408200 h 4407840"/>
              </a:gdLst>
              <a:ahLst/>
              <a:cxnLst/>
              <a:rect l="textAreaLeft" t="textAreaTop" r="textAreaRight" b="textAreaBottom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GB" sz="1800" b="0" u="none" strike="noStrike">
                <a:solidFill>
                  <a:srgbClr val="FFFFFF"/>
                </a:solidFill>
                <a:uFillTx/>
                <a:latin typeface="Arial"/>
                <a:ea typeface="DejaVu Sans"/>
              </a:endParaRPr>
            </a:p>
          </p:txBody>
        </p:sp>
      </p:grpSp>
      <p:sp>
        <p:nvSpPr>
          <p:cNvPr id="81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82" name="PlaceHolder 2"/>
          <p:cNvSpPr>
            <a:spLocks noGrp="1"/>
          </p:cNvSpPr>
          <p:nvPr>
            <p:ph type="body"/>
          </p:nvPr>
        </p:nvSpPr>
        <p:spPr>
          <a:xfrm>
            <a:off x="1371600" y="2286000"/>
            <a:ext cx="9600480" cy="3580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83" name="PlaceHolder 3"/>
          <p:cNvSpPr>
            <a:spLocks noGrp="1"/>
          </p:cNvSpPr>
          <p:nvPr>
            <p:ph type="ftr" idx="19"/>
          </p:nvPr>
        </p:nvSpPr>
        <p:spPr>
          <a:xfrm>
            <a:off x="2584080" y="6453360"/>
            <a:ext cx="7022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84" name="PlaceHolder 4"/>
          <p:cNvSpPr>
            <a:spLocks noGrp="1"/>
          </p:cNvSpPr>
          <p:nvPr>
            <p:ph type="sldNum" idx="20"/>
          </p:nvPr>
        </p:nvSpPr>
        <p:spPr>
          <a:xfrm>
            <a:off x="9830520" y="6453360"/>
            <a:ext cx="1595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191B0E"/>
                </a:solidFill>
                <a:uFillTx/>
                <a:latin typeface="Franklin Gothic Book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A729AC5-2F8E-4F1C-9D41-BC4697C624A8}" type="slidenum">
              <a:rPr lang="en-US" sz="1200" b="0" u="none" strike="noStrike">
                <a:solidFill>
                  <a:srgbClr val="191B0E"/>
                </a:solidFill>
                <a:uFillTx/>
                <a:latin typeface="Franklin Gothic Book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85" name="PlaceHolder 5"/>
          <p:cNvSpPr>
            <a:spLocks noGrp="1"/>
          </p:cNvSpPr>
          <p:nvPr>
            <p:ph type="dt" idx="21"/>
          </p:nvPr>
        </p:nvSpPr>
        <p:spPr>
          <a:xfrm>
            <a:off x="752760" y="6453360"/>
            <a:ext cx="160740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Rectangle 8" hidden="1"/>
          <p:cNvSpPr/>
          <p:nvPr/>
        </p:nvSpPr>
        <p:spPr>
          <a:xfrm>
            <a:off x="478080" y="360"/>
            <a:ext cx="227880" cy="685728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uFillTx/>
              <a:latin typeface="Arial"/>
              <a:ea typeface="DejaVu Sans"/>
            </a:endParaRPr>
          </a:p>
        </p:txBody>
      </p:sp>
      <p:grpSp>
        <p:nvGrpSpPr>
          <p:cNvPr id="89" name="Group 6"/>
          <p:cNvGrpSpPr/>
          <p:nvPr/>
        </p:nvGrpSpPr>
        <p:grpSpPr>
          <a:xfrm>
            <a:off x="752040" y="743760"/>
            <a:ext cx="10674000" cy="5349600"/>
            <a:chOff x="752040" y="743760"/>
            <a:chExt cx="10674000" cy="5349600"/>
          </a:xfrm>
        </p:grpSpPr>
        <p:sp>
          <p:nvSpPr>
            <p:cNvPr id="90" name="Freeform 6"/>
            <p:cNvSpPr/>
            <p:nvPr/>
          </p:nvSpPr>
          <p:spPr>
            <a:xfrm>
              <a:off x="8151840" y="1685520"/>
              <a:ext cx="3274200" cy="4407840"/>
            </a:xfrm>
            <a:custGeom>
              <a:avLst/>
              <a:gdLst>
                <a:gd name="textAreaLeft" fmla="*/ 0 w 3274200"/>
                <a:gd name="textAreaRight" fmla="*/ 3274920 w 3274200"/>
                <a:gd name="textAreaTop" fmla="*/ 0 h 4407840"/>
                <a:gd name="textAreaBottom" fmla="*/ 4408560 h 4407840"/>
              </a:gdLst>
              <a:ahLst/>
              <a:cxnLst/>
              <a:rect l="textAreaLeft" t="textAreaTop" r="textAreaRight" b="textAreaBottom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GB" sz="1800" b="0" u="none" strike="noStrike">
                <a:solidFill>
                  <a:srgbClr val="FFFFFF"/>
                </a:solidFill>
                <a:uFillTx/>
                <a:latin typeface="Arial"/>
                <a:ea typeface="DejaVu Sans"/>
              </a:endParaRPr>
            </a:p>
          </p:txBody>
        </p:sp>
        <p:sp>
          <p:nvSpPr>
            <p:cNvPr id="91" name="Freeform 6"/>
            <p:cNvSpPr/>
            <p:nvPr/>
          </p:nvSpPr>
          <p:spPr>
            <a:xfrm flipH="1" flipV="1">
              <a:off x="751320" y="743760"/>
              <a:ext cx="3274920" cy="4407840"/>
            </a:xfrm>
            <a:custGeom>
              <a:avLst/>
              <a:gdLst>
                <a:gd name="textAreaLeft" fmla="*/ 360 w 3274920"/>
                <a:gd name="textAreaRight" fmla="*/ 3276000 w 3274920"/>
                <a:gd name="textAreaTop" fmla="*/ -360 h 4407840"/>
                <a:gd name="textAreaBottom" fmla="*/ 4408200 h 4407840"/>
              </a:gdLst>
              <a:ahLst/>
              <a:cxnLst/>
              <a:rect l="textAreaLeft" t="textAreaTop" r="textAreaRight" b="textAreaBottom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GB" sz="1800" b="0" u="none" strike="noStrike">
                <a:solidFill>
                  <a:srgbClr val="FFFFFF"/>
                </a:solidFill>
                <a:uFillTx/>
                <a:latin typeface="Arial"/>
                <a:ea typeface="DejaVu Sans"/>
              </a:endParaRPr>
            </a:p>
          </p:txBody>
        </p:sp>
      </p:grpSp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93" name="PlaceHolder 2"/>
          <p:cNvSpPr>
            <a:spLocks noGrp="1"/>
          </p:cNvSpPr>
          <p:nvPr>
            <p:ph type="body"/>
          </p:nvPr>
        </p:nvSpPr>
        <p:spPr>
          <a:xfrm>
            <a:off x="1371600" y="2286000"/>
            <a:ext cx="4684680" cy="3580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94" name="PlaceHolder 3"/>
          <p:cNvSpPr>
            <a:spLocks noGrp="1"/>
          </p:cNvSpPr>
          <p:nvPr>
            <p:ph type="body"/>
          </p:nvPr>
        </p:nvSpPr>
        <p:spPr>
          <a:xfrm>
            <a:off x="6291360" y="2286000"/>
            <a:ext cx="4684680" cy="3580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95" name="PlaceHolder 4"/>
          <p:cNvSpPr>
            <a:spLocks noGrp="1"/>
          </p:cNvSpPr>
          <p:nvPr>
            <p:ph type="ftr" idx="22"/>
          </p:nvPr>
        </p:nvSpPr>
        <p:spPr>
          <a:xfrm>
            <a:off x="2584080" y="6453360"/>
            <a:ext cx="7022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96" name="PlaceHolder 5"/>
          <p:cNvSpPr>
            <a:spLocks noGrp="1"/>
          </p:cNvSpPr>
          <p:nvPr>
            <p:ph type="sldNum" idx="23"/>
          </p:nvPr>
        </p:nvSpPr>
        <p:spPr>
          <a:xfrm>
            <a:off x="9830520" y="6453360"/>
            <a:ext cx="1595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191B0E"/>
                </a:solidFill>
                <a:uFillTx/>
                <a:latin typeface="Franklin Gothic Book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D800B45-B77C-4164-9E29-802383D9008A}" type="slidenum">
              <a:rPr lang="en-US" sz="1200" b="0" u="none" strike="noStrike">
                <a:solidFill>
                  <a:srgbClr val="191B0E"/>
                </a:solidFill>
                <a:uFillTx/>
                <a:latin typeface="Franklin Gothic Book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97" name="PlaceHolder 6"/>
          <p:cNvSpPr>
            <a:spLocks noGrp="1"/>
          </p:cNvSpPr>
          <p:nvPr>
            <p:ph type="dt" idx="24"/>
          </p:nvPr>
        </p:nvSpPr>
        <p:spPr>
          <a:xfrm>
            <a:off x="752760" y="6453360"/>
            <a:ext cx="160740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Rectangle 8" hidden="1"/>
          <p:cNvSpPr/>
          <p:nvPr/>
        </p:nvSpPr>
        <p:spPr>
          <a:xfrm>
            <a:off x="478080" y="360"/>
            <a:ext cx="227880" cy="685728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uFillTx/>
              <a:latin typeface="Arial"/>
              <a:ea typeface="DejaVu Sans"/>
            </a:endParaRPr>
          </a:p>
        </p:txBody>
      </p:sp>
      <p:grpSp>
        <p:nvGrpSpPr>
          <p:cNvPr id="102" name="Group 6"/>
          <p:cNvGrpSpPr/>
          <p:nvPr/>
        </p:nvGrpSpPr>
        <p:grpSpPr>
          <a:xfrm>
            <a:off x="752040" y="743760"/>
            <a:ext cx="10674000" cy="5349600"/>
            <a:chOff x="752040" y="743760"/>
            <a:chExt cx="10674000" cy="5349600"/>
          </a:xfrm>
        </p:grpSpPr>
        <p:sp>
          <p:nvSpPr>
            <p:cNvPr id="103" name="Freeform 6"/>
            <p:cNvSpPr/>
            <p:nvPr/>
          </p:nvSpPr>
          <p:spPr>
            <a:xfrm>
              <a:off x="8151840" y="1685520"/>
              <a:ext cx="3274200" cy="4407840"/>
            </a:xfrm>
            <a:custGeom>
              <a:avLst/>
              <a:gdLst>
                <a:gd name="textAreaLeft" fmla="*/ 0 w 3274200"/>
                <a:gd name="textAreaRight" fmla="*/ 3274920 w 3274200"/>
                <a:gd name="textAreaTop" fmla="*/ 0 h 4407840"/>
                <a:gd name="textAreaBottom" fmla="*/ 4408560 h 4407840"/>
              </a:gdLst>
              <a:ahLst/>
              <a:cxnLst/>
              <a:rect l="textAreaLeft" t="textAreaTop" r="textAreaRight" b="textAreaBottom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GB" sz="1800" b="0" u="none" strike="noStrike">
                <a:solidFill>
                  <a:srgbClr val="FFFFFF"/>
                </a:solidFill>
                <a:uFillTx/>
                <a:latin typeface="Arial"/>
                <a:ea typeface="DejaVu Sans"/>
              </a:endParaRPr>
            </a:p>
          </p:txBody>
        </p:sp>
        <p:sp>
          <p:nvSpPr>
            <p:cNvPr id="104" name="Freeform 6"/>
            <p:cNvSpPr/>
            <p:nvPr/>
          </p:nvSpPr>
          <p:spPr>
            <a:xfrm flipH="1" flipV="1">
              <a:off x="751320" y="743760"/>
              <a:ext cx="3274920" cy="4407840"/>
            </a:xfrm>
            <a:custGeom>
              <a:avLst/>
              <a:gdLst>
                <a:gd name="textAreaLeft" fmla="*/ 360 w 3274920"/>
                <a:gd name="textAreaRight" fmla="*/ 3276000 w 3274920"/>
                <a:gd name="textAreaTop" fmla="*/ -360 h 4407840"/>
                <a:gd name="textAreaBottom" fmla="*/ 4408200 h 4407840"/>
              </a:gdLst>
              <a:ahLst/>
              <a:cxnLst/>
              <a:rect l="textAreaLeft" t="textAreaTop" r="textAreaRight" b="textAreaBottom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GB" sz="1800" b="0" u="none" strike="noStrike">
                <a:solidFill>
                  <a:srgbClr val="FFFFFF"/>
                </a:solidFill>
                <a:uFillTx/>
                <a:latin typeface="Arial"/>
                <a:ea typeface="DejaVu Sans"/>
              </a:endParaRPr>
            </a:p>
          </p:txBody>
        </p:sp>
      </p:grpSp>
      <p:sp>
        <p:nvSpPr>
          <p:cNvPr id="105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06" name="PlaceHolder 2"/>
          <p:cNvSpPr>
            <a:spLocks noGrp="1"/>
          </p:cNvSpPr>
          <p:nvPr>
            <p:ph type="ftr" idx="25"/>
          </p:nvPr>
        </p:nvSpPr>
        <p:spPr>
          <a:xfrm>
            <a:off x="2584080" y="6453360"/>
            <a:ext cx="7022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07" name="PlaceHolder 3"/>
          <p:cNvSpPr>
            <a:spLocks noGrp="1"/>
          </p:cNvSpPr>
          <p:nvPr>
            <p:ph type="sldNum" idx="26"/>
          </p:nvPr>
        </p:nvSpPr>
        <p:spPr>
          <a:xfrm>
            <a:off x="9830520" y="6453360"/>
            <a:ext cx="1595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191B0E"/>
                </a:solidFill>
                <a:uFillTx/>
                <a:latin typeface="Franklin Gothic Book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A58A397-E972-4BDB-92FC-FE7D8A5FD24E}" type="slidenum">
              <a:rPr lang="en-US" sz="1200" b="0" u="none" strike="noStrike">
                <a:solidFill>
                  <a:srgbClr val="191B0E"/>
                </a:solidFill>
                <a:uFillTx/>
                <a:latin typeface="Franklin Gothic Book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08" name="PlaceHolder 4"/>
          <p:cNvSpPr>
            <a:spLocks noGrp="1"/>
          </p:cNvSpPr>
          <p:nvPr>
            <p:ph type="dt" idx="27"/>
          </p:nvPr>
        </p:nvSpPr>
        <p:spPr>
          <a:xfrm>
            <a:off x="752760" y="6453360"/>
            <a:ext cx="160740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Times New Roman"/>
              </a:rPr>
              <a:t> 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Rectangle 8" hidden="1"/>
          <p:cNvSpPr/>
          <p:nvPr/>
        </p:nvSpPr>
        <p:spPr>
          <a:xfrm>
            <a:off x="478080" y="360"/>
            <a:ext cx="227880" cy="685728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uFillTx/>
              <a:latin typeface="Arial"/>
              <a:ea typeface="DejaVu Sans"/>
            </a:endParaRPr>
          </a:p>
        </p:txBody>
      </p:sp>
      <p:grpSp>
        <p:nvGrpSpPr>
          <p:cNvPr id="111" name="Group 6"/>
          <p:cNvGrpSpPr/>
          <p:nvPr/>
        </p:nvGrpSpPr>
        <p:grpSpPr>
          <a:xfrm>
            <a:off x="752040" y="743760"/>
            <a:ext cx="10674000" cy="5349600"/>
            <a:chOff x="752040" y="743760"/>
            <a:chExt cx="10674000" cy="5349600"/>
          </a:xfrm>
        </p:grpSpPr>
        <p:sp>
          <p:nvSpPr>
            <p:cNvPr id="112" name="Freeform 6"/>
            <p:cNvSpPr/>
            <p:nvPr/>
          </p:nvSpPr>
          <p:spPr>
            <a:xfrm>
              <a:off x="8151840" y="1685520"/>
              <a:ext cx="3274200" cy="4407840"/>
            </a:xfrm>
            <a:custGeom>
              <a:avLst/>
              <a:gdLst>
                <a:gd name="textAreaLeft" fmla="*/ 0 w 3274200"/>
                <a:gd name="textAreaRight" fmla="*/ 3274920 w 3274200"/>
                <a:gd name="textAreaTop" fmla="*/ 0 h 4407840"/>
                <a:gd name="textAreaBottom" fmla="*/ 4408560 h 4407840"/>
              </a:gdLst>
              <a:ahLst/>
              <a:cxnLst/>
              <a:rect l="textAreaLeft" t="textAreaTop" r="textAreaRight" b="textAreaBottom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GB" sz="1800" b="0" u="none" strike="noStrike">
                <a:solidFill>
                  <a:srgbClr val="FFFFFF"/>
                </a:solidFill>
                <a:uFillTx/>
                <a:latin typeface="Arial"/>
                <a:ea typeface="DejaVu Sans"/>
              </a:endParaRPr>
            </a:p>
          </p:txBody>
        </p:sp>
        <p:sp>
          <p:nvSpPr>
            <p:cNvPr id="113" name="Freeform 6"/>
            <p:cNvSpPr/>
            <p:nvPr/>
          </p:nvSpPr>
          <p:spPr>
            <a:xfrm flipH="1" flipV="1">
              <a:off x="751320" y="743760"/>
              <a:ext cx="3274920" cy="4407840"/>
            </a:xfrm>
            <a:custGeom>
              <a:avLst/>
              <a:gdLst>
                <a:gd name="textAreaLeft" fmla="*/ 360 w 3274920"/>
                <a:gd name="textAreaRight" fmla="*/ 3276000 w 3274920"/>
                <a:gd name="textAreaTop" fmla="*/ -360 h 4407840"/>
                <a:gd name="textAreaBottom" fmla="*/ 4408200 h 4407840"/>
              </a:gdLst>
              <a:ahLst/>
              <a:cxnLst/>
              <a:rect l="textAreaLeft" t="textAreaTop" r="textAreaRight" b="textAreaBottom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GB" sz="1800" b="0" u="none" strike="noStrike">
                <a:solidFill>
                  <a:srgbClr val="FFFFFF"/>
                </a:solidFill>
                <a:uFillTx/>
                <a:latin typeface="Arial"/>
                <a:ea typeface="DejaVu Sans"/>
              </a:endParaRPr>
            </a:p>
          </p:txBody>
        </p:sp>
      </p:grpSp>
      <p:sp>
        <p:nvSpPr>
          <p:cNvPr id="114" name="PlaceHolder 1"/>
          <p:cNvSpPr>
            <a:spLocks noGrp="1"/>
          </p:cNvSpPr>
          <p:nvPr>
            <p:ph type="ftr" idx="28"/>
          </p:nvPr>
        </p:nvSpPr>
        <p:spPr>
          <a:xfrm>
            <a:off x="2584080" y="6453360"/>
            <a:ext cx="7022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15" name="PlaceHolder 2"/>
          <p:cNvSpPr>
            <a:spLocks noGrp="1"/>
          </p:cNvSpPr>
          <p:nvPr>
            <p:ph type="sldNum" idx="29"/>
          </p:nvPr>
        </p:nvSpPr>
        <p:spPr>
          <a:xfrm>
            <a:off x="9830520" y="6453360"/>
            <a:ext cx="1595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191B0E"/>
                </a:solidFill>
                <a:uFillTx/>
                <a:latin typeface="Franklin Gothic Book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4B73667-88E3-4714-AEC9-B9A8B3E1D877}" type="slidenum">
              <a:rPr lang="en-US" sz="1200" b="0" u="none" strike="noStrike">
                <a:solidFill>
                  <a:srgbClr val="191B0E"/>
                </a:solidFill>
                <a:uFillTx/>
                <a:latin typeface="Franklin Gothic Book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16" name="PlaceHolder 3"/>
          <p:cNvSpPr>
            <a:spLocks noGrp="1"/>
          </p:cNvSpPr>
          <p:nvPr>
            <p:ph type="dt" idx="30"/>
          </p:nvPr>
        </p:nvSpPr>
        <p:spPr>
          <a:xfrm>
            <a:off x="752760" y="6453360"/>
            <a:ext cx="160740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Times New Roman"/>
              </a:rPr>
              <a:t> 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Rectangle 8" hidden="1"/>
          <p:cNvSpPr/>
          <p:nvPr/>
        </p:nvSpPr>
        <p:spPr>
          <a:xfrm>
            <a:off x="478080" y="360"/>
            <a:ext cx="227880" cy="685728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uFillTx/>
              <a:latin typeface="Arial"/>
              <a:ea typeface="DejaVu Sans"/>
            </a:endParaRPr>
          </a:p>
        </p:txBody>
      </p:sp>
      <p:grpSp>
        <p:nvGrpSpPr>
          <p:cNvPr id="118" name="Group 6"/>
          <p:cNvGrpSpPr/>
          <p:nvPr/>
        </p:nvGrpSpPr>
        <p:grpSpPr>
          <a:xfrm>
            <a:off x="752040" y="743760"/>
            <a:ext cx="10674000" cy="5349600"/>
            <a:chOff x="752040" y="743760"/>
            <a:chExt cx="10674000" cy="5349600"/>
          </a:xfrm>
        </p:grpSpPr>
        <p:sp>
          <p:nvSpPr>
            <p:cNvPr id="119" name="Freeform 6"/>
            <p:cNvSpPr/>
            <p:nvPr/>
          </p:nvSpPr>
          <p:spPr>
            <a:xfrm>
              <a:off x="8151840" y="1685520"/>
              <a:ext cx="3274200" cy="4407840"/>
            </a:xfrm>
            <a:custGeom>
              <a:avLst/>
              <a:gdLst>
                <a:gd name="textAreaLeft" fmla="*/ 0 w 3274200"/>
                <a:gd name="textAreaRight" fmla="*/ 3274920 w 3274200"/>
                <a:gd name="textAreaTop" fmla="*/ 0 h 4407840"/>
                <a:gd name="textAreaBottom" fmla="*/ 4408560 h 4407840"/>
              </a:gdLst>
              <a:ahLst/>
              <a:cxnLst/>
              <a:rect l="textAreaLeft" t="textAreaTop" r="textAreaRight" b="textAreaBottom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GB" sz="1800" b="0" u="none" strike="noStrike">
                <a:solidFill>
                  <a:srgbClr val="FFFFFF"/>
                </a:solidFill>
                <a:uFillTx/>
                <a:latin typeface="Arial"/>
                <a:ea typeface="DejaVu Sans"/>
              </a:endParaRPr>
            </a:p>
          </p:txBody>
        </p:sp>
        <p:sp>
          <p:nvSpPr>
            <p:cNvPr id="120" name="Freeform 6"/>
            <p:cNvSpPr/>
            <p:nvPr/>
          </p:nvSpPr>
          <p:spPr>
            <a:xfrm flipH="1" flipV="1">
              <a:off x="751320" y="743760"/>
              <a:ext cx="3274920" cy="4407840"/>
            </a:xfrm>
            <a:custGeom>
              <a:avLst/>
              <a:gdLst>
                <a:gd name="textAreaLeft" fmla="*/ 360 w 3274920"/>
                <a:gd name="textAreaRight" fmla="*/ 3276000 w 3274920"/>
                <a:gd name="textAreaTop" fmla="*/ -360 h 4407840"/>
                <a:gd name="textAreaBottom" fmla="*/ 4408200 h 4407840"/>
              </a:gdLst>
              <a:ahLst/>
              <a:cxnLst/>
              <a:rect l="textAreaLeft" t="textAreaTop" r="textAreaRight" b="textAreaBottom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GB" sz="1800" b="0" u="none" strike="noStrike">
                <a:solidFill>
                  <a:srgbClr val="FFFFFF"/>
                </a:solidFill>
                <a:uFillTx/>
                <a:latin typeface="Arial"/>
                <a:ea typeface="DejaVu Sans"/>
              </a:endParaRPr>
            </a:p>
          </p:txBody>
        </p:sp>
      </p:grpSp>
      <p:sp>
        <p:nvSpPr>
          <p:cNvPr id="121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22" name="PlaceHolder 2"/>
          <p:cNvSpPr>
            <a:spLocks noGrp="1"/>
          </p:cNvSpPr>
          <p:nvPr>
            <p:ph type="body"/>
          </p:nvPr>
        </p:nvSpPr>
        <p:spPr>
          <a:xfrm>
            <a:off x="1371600" y="2286000"/>
            <a:ext cx="468468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70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123" name="PlaceHolder 3"/>
          <p:cNvSpPr>
            <a:spLocks noGrp="1"/>
          </p:cNvSpPr>
          <p:nvPr>
            <p:ph type="body"/>
          </p:nvPr>
        </p:nvSpPr>
        <p:spPr>
          <a:xfrm>
            <a:off x="6291360" y="2286000"/>
            <a:ext cx="4684680" cy="3580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124" name="PlaceHolder 4"/>
          <p:cNvSpPr>
            <a:spLocks noGrp="1"/>
          </p:cNvSpPr>
          <p:nvPr>
            <p:ph type="body"/>
          </p:nvPr>
        </p:nvSpPr>
        <p:spPr>
          <a:xfrm>
            <a:off x="1371600" y="4156560"/>
            <a:ext cx="468468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70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125" name="PlaceHolder 5"/>
          <p:cNvSpPr>
            <a:spLocks noGrp="1"/>
          </p:cNvSpPr>
          <p:nvPr>
            <p:ph type="ftr" idx="31"/>
          </p:nvPr>
        </p:nvSpPr>
        <p:spPr>
          <a:xfrm>
            <a:off x="2584080" y="6453360"/>
            <a:ext cx="7022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26" name="PlaceHolder 6"/>
          <p:cNvSpPr>
            <a:spLocks noGrp="1"/>
          </p:cNvSpPr>
          <p:nvPr>
            <p:ph type="sldNum" idx="32"/>
          </p:nvPr>
        </p:nvSpPr>
        <p:spPr>
          <a:xfrm>
            <a:off x="9830520" y="6453360"/>
            <a:ext cx="1595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191B0E"/>
                </a:solidFill>
                <a:uFillTx/>
                <a:latin typeface="Franklin Gothic Book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22535C9-F807-4BE9-8B22-F6FE2C2CA40C}" type="slidenum">
              <a:rPr lang="en-US" sz="1200" b="0" u="none" strike="noStrike">
                <a:solidFill>
                  <a:srgbClr val="191B0E"/>
                </a:solidFill>
                <a:uFillTx/>
                <a:latin typeface="Franklin Gothic Book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27" name="PlaceHolder 7"/>
          <p:cNvSpPr>
            <a:spLocks noGrp="1"/>
          </p:cNvSpPr>
          <p:nvPr>
            <p:ph type="dt" idx="33"/>
          </p:nvPr>
        </p:nvSpPr>
        <p:spPr>
          <a:xfrm>
            <a:off x="752760" y="6453360"/>
            <a:ext cx="160740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Rectangle 8" hidden="1"/>
          <p:cNvSpPr/>
          <p:nvPr/>
        </p:nvSpPr>
        <p:spPr>
          <a:xfrm>
            <a:off x="478080" y="360"/>
            <a:ext cx="227880" cy="685728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uFillTx/>
              <a:latin typeface="Arial"/>
              <a:ea typeface="DejaVu Sans"/>
            </a:endParaRPr>
          </a:p>
        </p:txBody>
      </p:sp>
      <p:grpSp>
        <p:nvGrpSpPr>
          <p:cNvPr id="133" name="Group 6"/>
          <p:cNvGrpSpPr/>
          <p:nvPr/>
        </p:nvGrpSpPr>
        <p:grpSpPr>
          <a:xfrm>
            <a:off x="752040" y="743760"/>
            <a:ext cx="10674000" cy="5349600"/>
            <a:chOff x="752040" y="743760"/>
            <a:chExt cx="10674000" cy="5349600"/>
          </a:xfrm>
        </p:grpSpPr>
        <p:sp>
          <p:nvSpPr>
            <p:cNvPr id="134" name="Freeform 6"/>
            <p:cNvSpPr/>
            <p:nvPr/>
          </p:nvSpPr>
          <p:spPr>
            <a:xfrm>
              <a:off x="8151840" y="1685520"/>
              <a:ext cx="3274200" cy="4407840"/>
            </a:xfrm>
            <a:custGeom>
              <a:avLst/>
              <a:gdLst>
                <a:gd name="textAreaLeft" fmla="*/ 0 w 3274200"/>
                <a:gd name="textAreaRight" fmla="*/ 3274920 w 3274200"/>
                <a:gd name="textAreaTop" fmla="*/ 0 h 4407840"/>
                <a:gd name="textAreaBottom" fmla="*/ 4408560 h 4407840"/>
              </a:gdLst>
              <a:ahLst/>
              <a:cxnLst/>
              <a:rect l="textAreaLeft" t="textAreaTop" r="textAreaRight" b="textAreaBottom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GB" sz="1800" b="0" u="none" strike="noStrike">
                <a:solidFill>
                  <a:srgbClr val="FFFFFF"/>
                </a:solidFill>
                <a:uFillTx/>
                <a:latin typeface="Arial"/>
                <a:ea typeface="DejaVu Sans"/>
              </a:endParaRPr>
            </a:p>
          </p:txBody>
        </p:sp>
        <p:sp>
          <p:nvSpPr>
            <p:cNvPr id="135" name="Freeform 6"/>
            <p:cNvSpPr/>
            <p:nvPr/>
          </p:nvSpPr>
          <p:spPr>
            <a:xfrm flipH="1" flipV="1">
              <a:off x="751320" y="743760"/>
              <a:ext cx="3274920" cy="4407840"/>
            </a:xfrm>
            <a:custGeom>
              <a:avLst/>
              <a:gdLst>
                <a:gd name="textAreaLeft" fmla="*/ 360 w 3274920"/>
                <a:gd name="textAreaRight" fmla="*/ 3276000 w 3274920"/>
                <a:gd name="textAreaTop" fmla="*/ -360 h 4407840"/>
                <a:gd name="textAreaBottom" fmla="*/ 4408200 h 4407840"/>
              </a:gdLst>
              <a:ahLst/>
              <a:cxnLst/>
              <a:rect l="textAreaLeft" t="textAreaTop" r="textAreaRight" b="textAreaBottom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GB" sz="1800" b="0" u="none" strike="noStrike">
                <a:solidFill>
                  <a:srgbClr val="FFFFFF"/>
                </a:solidFill>
                <a:uFillTx/>
                <a:latin typeface="Arial"/>
                <a:ea typeface="DejaVu Sans"/>
              </a:endParaRPr>
            </a:p>
          </p:txBody>
        </p:sp>
      </p:grpSp>
      <p:sp>
        <p:nvSpPr>
          <p:cNvPr id="136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37" name="PlaceHolder 2"/>
          <p:cNvSpPr>
            <a:spLocks noGrp="1"/>
          </p:cNvSpPr>
          <p:nvPr>
            <p:ph type="body"/>
          </p:nvPr>
        </p:nvSpPr>
        <p:spPr>
          <a:xfrm>
            <a:off x="1371600" y="2286000"/>
            <a:ext cx="4684680" cy="3580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138" name="PlaceHolder 3"/>
          <p:cNvSpPr>
            <a:spLocks noGrp="1"/>
          </p:cNvSpPr>
          <p:nvPr>
            <p:ph type="body"/>
          </p:nvPr>
        </p:nvSpPr>
        <p:spPr>
          <a:xfrm>
            <a:off x="6291360" y="2286000"/>
            <a:ext cx="468468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70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139" name="PlaceHolder 4"/>
          <p:cNvSpPr>
            <a:spLocks noGrp="1"/>
          </p:cNvSpPr>
          <p:nvPr>
            <p:ph type="body"/>
          </p:nvPr>
        </p:nvSpPr>
        <p:spPr>
          <a:xfrm>
            <a:off x="6291360" y="4156560"/>
            <a:ext cx="468468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70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140" name="PlaceHolder 5"/>
          <p:cNvSpPr>
            <a:spLocks noGrp="1"/>
          </p:cNvSpPr>
          <p:nvPr>
            <p:ph type="ftr" idx="34"/>
          </p:nvPr>
        </p:nvSpPr>
        <p:spPr>
          <a:xfrm>
            <a:off x="2584080" y="6453360"/>
            <a:ext cx="7022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41" name="PlaceHolder 6"/>
          <p:cNvSpPr>
            <a:spLocks noGrp="1"/>
          </p:cNvSpPr>
          <p:nvPr>
            <p:ph type="sldNum" idx="35"/>
          </p:nvPr>
        </p:nvSpPr>
        <p:spPr>
          <a:xfrm>
            <a:off x="9830520" y="6453360"/>
            <a:ext cx="1595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191B0E"/>
                </a:solidFill>
                <a:uFillTx/>
                <a:latin typeface="Franklin Gothic Book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5852848-4583-443F-B81B-2D8335C254D3}" type="slidenum">
              <a:rPr lang="en-US" sz="1200" b="0" u="none" strike="noStrike">
                <a:solidFill>
                  <a:srgbClr val="191B0E"/>
                </a:solidFill>
                <a:uFillTx/>
                <a:latin typeface="Franklin Gothic Book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42" name="PlaceHolder 7"/>
          <p:cNvSpPr>
            <a:spLocks noGrp="1"/>
          </p:cNvSpPr>
          <p:nvPr>
            <p:ph type="dt" idx="36"/>
          </p:nvPr>
        </p:nvSpPr>
        <p:spPr>
          <a:xfrm>
            <a:off x="752760" y="6453360"/>
            <a:ext cx="160740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Rectangle 8"/>
          <p:cNvSpPr/>
          <p:nvPr/>
        </p:nvSpPr>
        <p:spPr>
          <a:xfrm>
            <a:off x="478080" y="360"/>
            <a:ext cx="227880" cy="685728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uFillTx/>
              <a:latin typeface="Arial"/>
              <a:ea typeface="DejaVu Sans"/>
            </a:endParaRPr>
          </a:p>
        </p:txBody>
      </p:sp>
      <p:sp>
        <p:nvSpPr>
          <p:cNvPr id="148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49" name="PlaceHolder 2"/>
          <p:cNvSpPr>
            <a:spLocks noGrp="1"/>
          </p:cNvSpPr>
          <p:nvPr>
            <p:ph type="body"/>
          </p:nvPr>
        </p:nvSpPr>
        <p:spPr>
          <a:xfrm>
            <a:off x="1371600" y="2286000"/>
            <a:ext cx="468468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70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150" name="PlaceHolder 3"/>
          <p:cNvSpPr>
            <a:spLocks noGrp="1"/>
          </p:cNvSpPr>
          <p:nvPr>
            <p:ph type="body"/>
          </p:nvPr>
        </p:nvSpPr>
        <p:spPr>
          <a:xfrm>
            <a:off x="6291360" y="2286000"/>
            <a:ext cx="468468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70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151" name="PlaceHolder 4"/>
          <p:cNvSpPr>
            <a:spLocks noGrp="1"/>
          </p:cNvSpPr>
          <p:nvPr>
            <p:ph type="body"/>
          </p:nvPr>
        </p:nvSpPr>
        <p:spPr>
          <a:xfrm>
            <a:off x="1371600" y="4156560"/>
            <a:ext cx="960048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152" name="PlaceHolder 5"/>
          <p:cNvSpPr>
            <a:spLocks noGrp="1"/>
          </p:cNvSpPr>
          <p:nvPr>
            <p:ph type="ftr" idx="37"/>
          </p:nvPr>
        </p:nvSpPr>
        <p:spPr>
          <a:xfrm>
            <a:off x="2893680" y="6453360"/>
            <a:ext cx="628020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53" name="PlaceHolder 6"/>
          <p:cNvSpPr>
            <a:spLocks noGrp="1"/>
          </p:cNvSpPr>
          <p:nvPr>
            <p:ph type="sldNum" idx="38"/>
          </p:nvPr>
        </p:nvSpPr>
        <p:spPr>
          <a:xfrm>
            <a:off x="9472680" y="6453360"/>
            <a:ext cx="1595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191B0E"/>
                </a:solidFill>
                <a:uFillTx/>
                <a:latin typeface="Franklin Gothic Book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7153B70B-1A6B-47AA-BCFE-72B7C7FF1F83}" type="slidenum">
              <a:rPr lang="en-US" sz="1200" b="0" u="none" strike="noStrike">
                <a:solidFill>
                  <a:srgbClr val="191B0E"/>
                </a:solidFill>
                <a:uFillTx/>
                <a:latin typeface="Franklin Gothic Book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54" name="PlaceHolder 7"/>
          <p:cNvSpPr>
            <a:spLocks noGrp="1"/>
          </p:cNvSpPr>
          <p:nvPr>
            <p:ph type="dt" idx="39"/>
          </p:nvPr>
        </p:nvSpPr>
        <p:spPr>
          <a:xfrm>
            <a:off x="1390680" y="6453360"/>
            <a:ext cx="120384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Rectangle 8"/>
          <p:cNvSpPr/>
          <p:nvPr/>
        </p:nvSpPr>
        <p:spPr>
          <a:xfrm>
            <a:off x="478080" y="360"/>
            <a:ext cx="227880" cy="685728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uFillTx/>
              <a:latin typeface="Arial"/>
              <a:ea typeface="DejaVu Sans"/>
            </a:endParaRPr>
          </a:p>
        </p:txBody>
      </p:sp>
      <p:sp>
        <p:nvSpPr>
          <p:cNvPr id="160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61" name="PlaceHolder 2"/>
          <p:cNvSpPr>
            <a:spLocks noGrp="1"/>
          </p:cNvSpPr>
          <p:nvPr>
            <p:ph type="body"/>
          </p:nvPr>
        </p:nvSpPr>
        <p:spPr>
          <a:xfrm>
            <a:off x="1371600" y="2286000"/>
            <a:ext cx="960048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162" name="PlaceHolder 3"/>
          <p:cNvSpPr>
            <a:spLocks noGrp="1"/>
          </p:cNvSpPr>
          <p:nvPr>
            <p:ph type="body"/>
          </p:nvPr>
        </p:nvSpPr>
        <p:spPr>
          <a:xfrm>
            <a:off x="1371600" y="4156560"/>
            <a:ext cx="960048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163" name="PlaceHolder 4"/>
          <p:cNvSpPr>
            <a:spLocks noGrp="1"/>
          </p:cNvSpPr>
          <p:nvPr>
            <p:ph type="ftr" idx="40"/>
          </p:nvPr>
        </p:nvSpPr>
        <p:spPr>
          <a:xfrm>
            <a:off x="2893680" y="6453360"/>
            <a:ext cx="628020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64" name="PlaceHolder 5"/>
          <p:cNvSpPr>
            <a:spLocks noGrp="1"/>
          </p:cNvSpPr>
          <p:nvPr>
            <p:ph type="sldNum" idx="41"/>
          </p:nvPr>
        </p:nvSpPr>
        <p:spPr>
          <a:xfrm>
            <a:off x="9472680" y="6453360"/>
            <a:ext cx="1595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191B0E"/>
                </a:solidFill>
                <a:uFillTx/>
                <a:latin typeface="Franklin Gothic Book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F175272B-98DA-4CCA-97E5-00CB47ADE387}" type="slidenum">
              <a:rPr lang="en-US" sz="1200" b="0" u="none" strike="noStrike">
                <a:solidFill>
                  <a:srgbClr val="191B0E"/>
                </a:solidFill>
                <a:uFillTx/>
                <a:latin typeface="Franklin Gothic Book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65" name="PlaceHolder 6"/>
          <p:cNvSpPr>
            <a:spLocks noGrp="1"/>
          </p:cNvSpPr>
          <p:nvPr>
            <p:ph type="dt" idx="42"/>
          </p:nvPr>
        </p:nvSpPr>
        <p:spPr>
          <a:xfrm>
            <a:off x="1390680" y="6453360"/>
            <a:ext cx="120384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Rectangle 8"/>
          <p:cNvSpPr/>
          <p:nvPr/>
        </p:nvSpPr>
        <p:spPr>
          <a:xfrm>
            <a:off x="478080" y="360"/>
            <a:ext cx="227880" cy="685728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uFillTx/>
              <a:latin typeface="Arial"/>
              <a:ea typeface="DejaVu Sans"/>
            </a:endParaRPr>
          </a:p>
        </p:txBody>
      </p:sp>
      <p:sp>
        <p:nvSpPr>
          <p:cNvPr id="170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71" name="PlaceHolder 2"/>
          <p:cNvSpPr>
            <a:spLocks noGrp="1"/>
          </p:cNvSpPr>
          <p:nvPr>
            <p:ph type="body"/>
          </p:nvPr>
        </p:nvSpPr>
        <p:spPr>
          <a:xfrm>
            <a:off x="1371600" y="2286000"/>
            <a:ext cx="468468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70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172" name="PlaceHolder 3"/>
          <p:cNvSpPr>
            <a:spLocks noGrp="1"/>
          </p:cNvSpPr>
          <p:nvPr>
            <p:ph type="body"/>
          </p:nvPr>
        </p:nvSpPr>
        <p:spPr>
          <a:xfrm>
            <a:off x="6291360" y="2286000"/>
            <a:ext cx="468468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70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173" name="PlaceHolder 4"/>
          <p:cNvSpPr>
            <a:spLocks noGrp="1"/>
          </p:cNvSpPr>
          <p:nvPr>
            <p:ph type="body"/>
          </p:nvPr>
        </p:nvSpPr>
        <p:spPr>
          <a:xfrm>
            <a:off x="1371600" y="4156560"/>
            <a:ext cx="468468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70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174" name="PlaceHolder 5"/>
          <p:cNvSpPr>
            <a:spLocks noGrp="1"/>
          </p:cNvSpPr>
          <p:nvPr>
            <p:ph type="body"/>
          </p:nvPr>
        </p:nvSpPr>
        <p:spPr>
          <a:xfrm>
            <a:off x="6291360" y="4156560"/>
            <a:ext cx="468468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70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175" name="PlaceHolder 6"/>
          <p:cNvSpPr>
            <a:spLocks noGrp="1"/>
          </p:cNvSpPr>
          <p:nvPr>
            <p:ph type="ftr" idx="43"/>
          </p:nvPr>
        </p:nvSpPr>
        <p:spPr>
          <a:xfrm>
            <a:off x="2893680" y="6453360"/>
            <a:ext cx="628020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76" name="PlaceHolder 7"/>
          <p:cNvSpPr>
            <a:spLocks noGrp="1"/>
          </p:cNvSpPr>
          <p:nvPr>
            <p:ph type="sldNum" idx="44"/>
          </p:nvPr>
        </p:nvSpPr>
        <p:spPr>
          <a:xfrm>
            <a:off x="9472680" y="6453360"/>
            <a:ext cx="1595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191B0E"/>
                </a:solidFill>
                <a:uFillTx/>
                <a:latin typeface="Franklin Gothic Book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A7563505-FF9A-4055-984B-A1D5B424D8F8}" type="slidenum">
              <a:rPr lang="en-US" sz="1200" b="0" u="none" strike="noStrike">
                <a:solidFill>
                  <a:srgbClr val="191B0E"/>
                </a:solidFill>
                <a:uFillTx/>
                <a:latin typeface="Franklin Gothic Book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77" name="PlaceHolder 8"/>
          <p:cNvSpPr>
            <a:spLocks noGrp="1"/>
          </p:cNvSpPr>
          <p:nvPr>
            <p:ph type="dt" idx="45"/>
          </p:nvPr>
        </p:nvSpPr>
        <p:spPr>
          <a:xfrm>
            <a:off x="1390680" y="6453360"/>
            <a:ext cx="120384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Rectangle 8"/>
          <p:cNvSpPr/>
          <p:nvPr/>
        </p:nvSpPr>
        <p:spPr>
          <a:xfrm>
            <a:off x="478080" y="360"/>
            <a:ext cx="227880" cy="685728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uFillTx/>
              <a:latin typeface="Arial"/>
              <a:ea typeface="DejaVu Sans"/>
            </a:endParaRPr>
          </a:p>
        </p:txBody>
      </p:sp>
      <p:sp>
        <p:nvSpPr>
          <p:cNvPr id="184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85" name="PlaceHolder 2"/>
          <p:cNvSpPr>
            <a:spLocks noGrp="1"/>
          </p:cNvSpPr>
          <p:nvPr>
            <p:ph type="body"/>
          </p:nvPr>
        </p:nvSpPr>
        <p:spPr>
          <a:xfrm>
            <a:off x="1371600" y="2286000"/>
            <a:ext cx="309096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186" name="PlaceHolder 3"/>
          <p:cNvSpPr>
            <a:spLocks noGrp="1"/>
          </p:cNvSpPr>
          <p:nvPr>
            <p:ph type="body"/>
          </p:nvPr>
        </p:nvSpPr>
        <p:spPr>
          <a:xfrm>
            <a:off x="4617720" y="2286000"/>
            <a:ext cx="309096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187" name="PlaceHolder 4"/>
          <p:cNvSpPr>
            <a:spLocks noGrp="1"/>
          </p:cNvSpPr>
          <p:nvPr>
            <p:ph type="body"/>
          </p:nvPr>
        </p:nvSpPr>
        <p:spPr>
          <a:xfrm>
            <a:off x="7864200" y="2286000"/>
            <a:ext cx="309096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188" name="PlaceHolder 5"/>
          <p:cNvSpPr>
            <a:spLocks noGrp="1"/>
          </p:cNvSpPr>
          <p:nvPr>
            <p:ph type="body"/>
          </p:nvPr>
        </p:nvSpPr>
        <p:spPr>
          <a:xfrm>
            <a:off x="1371600" y="4156560"/>
            <a:ext cx="309096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189" name="PlaceHolder 6"/>
          <p:cNvSpPr>
            <a:spLocks noGrp="1"/>
          </p:cNvSpPr>
          <p:nvPr>
            <p:ph type="body"/>
          </p:nvPr>
        </p:nvSpPr>
        <p:spPr>
          <a:xfrm>
            <a:off x="4617720" y="4156560"/>
            <a:ext cx="309096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190" name="PlaceHolder 7"/>
          <p:cNvSpPr>
            <a:spLocks noGrp="1"/>
          </p:cNvSpPr>
          <p:nvPr>
            <p:ph type="body"/>
          </p:nvPr>
        </p:nvSpPr>
        <p:spPr>
          <a:xfrm>
            <a:off x="7864200" y="4156560"/>
            <a:ext cx="309096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191" name="PlaceHolder 8"/>
          <p:cNvSpPr>
            <a:spLocks noGrp="1"/>
          </p:cNvSpPr>
          <p:nvPr>
            <p:ph type="ftr" idx="46"/>
          </p:nvPr>
        </p:nvSpPr>
        <p:spPr>
          <a:xfrm>
            <a:off x="2893680" y="6453360"/>
            <a:ext cx="628020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92" name="PlaceHolder 9"/>
          <p:cNvSpPr>
            <a:spLocks noGrp="1"/>
          </p:cNvSpPr>
          <p:nvPr>
            <p:ph type="sldNum" idx="47"/>
          </p:nvPr>
        </p:nvSpPr>
        <p:spPr>
          <a:xfrm>
            <a:off x="9472680" y="6453360"/>
            <a:ext cx="1595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191B0E"/>
                </a:solidFill>
                <a:uFillTx/>
                <a:latin typeface="Franklin Gothic Book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D87A807-EB7A-4330-9857-EFA4CD12577E}" type="slidenum">
              <a:rPr lang="en-US" sz="1200" b="0" u="none" strike="noStrike">
                <a:solidFill>
                  <a:srgbClr val="191B0E"/>
                </a:solidFill>
                <a:uFillTx/>
                <a:latin typeface="Franklin Gothic Book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93" name="PlaceHolder 10"/>
          <p:cNvSpPr>
            <a:spLocks noGrp="1"/>
          </p:cNvSpPr>
          <p:nvPr>
            <p:ph type="dt" idx="48"/>
          </p:nvPr>
        </p:nvSpPr>
        <p:spPr>
          <a:xfrm>
            <a:off x="1390680" y="6453360"/>
            <a:ext cx="120384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Rectangle 8"/>
          <p:cNvSpPr/>
          <p:nvPr/>
        </p:nvSpPr>
        <p:spPr>
          <a:xfrm>
            <a:off x="478080" y="360"/>
            <a:ext cx="227880" cy="685728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uFillTx/>
              <a:latin typeface="Arial"/>
              <a:ea typeface="DejaVu Sans"/>
            </a:endParaRPr>
          </a:p>
        </p:txBody>
      </p:sp>
      <p:sp>
        <p:nvSpPr>
          <p:cNvPr id="195" name="PlaceHolder 1"/>
          <p:cNvSpPr>
            <a:spLocks noGrp="1"/>
          </p:cNvSpPr>
          <p:nvPr>
            <p:ph type="ftr" idx="49"/>
          </p:nvPr>
        </p:nvSpPr>
        <p:spPr>
          <a:xfrm>
            <a:off x="2893680" y="6453360"/>
            <a:ext cx="628020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96" name="PlaceHolder 2"/>
          <p:cNvSpPr>
            <a:spLocks noGrp="1"/>
          </p:cNvSpPr>
          <p:nvPr>
            <p:ph type="sldNum" idx="50"/>
          </p:nvPr>
        </p:nvSpPr>
        <p:spPr>
          <a:xfrm>
            <a:off x="9472680" y="6453360"/>
            <a:ext cx="1595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191B0E"/>
                </a:solidFill>
                <a:uFillTx/>
                <a:latin typeface="Franklin Gothic Book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8E6E0BA-B0EC-4BDC-B392-5AE14D33AB98}" type="slidenum">
              <a:rPr lang="en-US" sz="1200" b="0" u="none" strike="noStrike">
                <a:solidFill>
                  <a:srgbClr val="191B0E"/>
                </a:solidFill>
                <a:uFillTx/>
                <a:latin typeface="Franklin Gothic Book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97" name="PlaceHolder 3"/>
          <p:cNvSpPr>
            <a:spLocks noGrp="1"/>
          </p:cNvSpPr>
          <p:nvPr>
            <p:ph type="dt" idx="51"/>
          </p:nvPr>
        </p:nvSpPr>
        <p:spPr>
          <a:xfrm>
            <a:off x="1390680" y="6453360"/>
            <a:ext cx="120384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Times New Roman"/>
              </a:rPr>
              <a:t> </a:t>
            </a:r>
          </a:p>
        </p:txBody>
      </p:sp>
      <p:sp>
        <p:nvSpPr>
          <p:cNvPr id="198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99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Rectangle 8"/>
          <p:cNvSpPr/>
          <p:nvPr/>
        </p:nvSpPr>
        <p:spPr>
          <a:xfrm>
            <a:off x="478080" y="360"/>
            <a:ext cx="227880" cy="685728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uFillTx/>
              <a:latin typeface="Arial"/>
              <a:ea typeface="DejaVu Sans"/>
            </a:endParaRPr>
          </a:p>
        </p:txBody>
      </p:sp>
      <p:sp>
        <p:nvSpPr>
          <p:cNvPr id="227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28" name="PlaceHolder 2"/>
          <p:cNvSpPr>
            <a:spLocks noGrp="1"/>
          </p:cNvSpPr>
          <p:nvPr>
            <p:ph type="ftr" idx="52"/>
          </p:nvPr>
        </p:nvSpPr>
        <p:spPr>
          <a:xfrm>
            <a:off x="2893680" y="6453360"/>
            <a:ext cx="628020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29" name="PlaceHolder 3"/>
          <p:cNvSpPr>
            <a:spLocks noGrp="1"/>
          </p:cNvSpPr>
          <p:nvPr>
            <p:ph type="sldNum" idx="53"/>
          </p:nvPr>
        </p:nvSpPr>
        <p:spPr>
          <a:xfrm>
            <a:off x="9472680" y="6453360"/>
            <a:ext cx="1595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191B0E"/>
                </a:solidFill>
                <a:uFillTx/>
                <a:latin typeface="Franklin Gothic Book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794707F9-736B-4475-9B38-42E3E5432913}" type="slidenum">
              <a:rPr lang="en-US" sz="1200" b="0" u="none" strike="noStrike">
                <a:solidFill>
                  <a:srgbClr val="191B0E"/>
                </a:solidFill>
                <a:uFillTx/>
                <a:latin typeface="Franklin Gothic Book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30" name="PlaceHolder 4"/>
          <p:cNvSpPr>
            <a:spLocks noGrp="1"/>
          </p:cNvSpPr>
          <p:nvPr>
            <p:ph type="dt" idx="54"/>
          </p:nvPr>
        </p:nvSpPr>
        <p:spPr>
          <a:xfrm>
            <a:off x="1390680" y="6453360"/>
            <a:ext cx="120384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Times New Roman"/>
              </a:rPr>
              <a:t> 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Rectangle 8"/>
          <p:cNvSpPr/>
          <p:nvPr/>
        </p:nvSpPr>
        <p:spPr>
          <a:xfrm>
            <a:off x="478080" y="360"/>
            <a:ext cx="227880" cy="685728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uFillTx/>
              <a:latin typeface="Arial"/>
              <a:ea typeface="DejaVu Sans"/>
            </a:endParaRPr>
          </a:p>
        </p:txBody>
      </p:sp>
      <p:sp>
        <p:nvSpPr>
          <p:cNvPr id="234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35" name="PlaceHolder 2"/>
          <p:cNvSpPr>
            <a:spLocks noGrp="1"/>
          </p:cNvSpPr>
          <p:nvPr>
            <p:ph type="body"/>
          </p:nvPr>
        </p:nvSpPr>
        <p:spPr>
          <a:xfrm>
            <a:off x="1371600" y="2286000"/>
            <a:ext cx="9600480" cy="3580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236" name="PlaceHolder 3"/>
          <p:cNvSpPr>
            <a:spLocks noGrp="1"/>
          </p:cNvSpPr>
          <p:nvPr>
            <p:ph type="ftr" idx="55"/>
          </p:nvPr>
        </p:nvSpPr>
        <p:spPr>
          <a:xfrm>
            <a:off x="2893680" y="6453360"/>
            <a:ext cx="628020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37" name="PlaceHolder 4"/>
          <p:cNvSpPr>
            <a:spLocks noGrp="1"/>
          </p:cNvSpPr>
          <p:nvPr>
            <p:ph type="sldNum" idx="56"/>
          </p:nvPr>
        </p:nvSpPr>
        <p:spPr>
          <a:xfrm>
            <a:off x="9472680" y="6453360"/>
            <a:ext cx="1595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191B0E"/>
                </a:solidFill>
                <a:uFillTx/>
                <a:latin typeface="Franklin Gothic Book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62DA3A03-162E-4D82-BBE8-0D1F46024D02}" type="slidenum">
              <a:rPr lang="en-US" sz="1200" b="0" u="none" strike="noStrike">
                <a:solidFill>
                  <a:srgbClr val="191B0E"/>
                </a:solidFill>
                <a:uFillTx/>
                <a:latin typeface="Franklin Gothic Book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38" name="PlaceHolder 5"/>
          <p:cNvSpPr>
            <a:spLocks noGrp="1"/>
          </p:cNvSpPr>
          <p:nvPr>
            <p:ph type="dt" idx="57"/>
          </p:nvPr>
        </p:nvSpPr>
        <p:spPr>
          <a:xfrm>
            <a:off x="1390680" y="6453360"/>
            <a:ext cx="120384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Rectangle 8"/>
          <p:cNvSpPr/>
          <p:nvPr/>
        </p:nvSpPr>
        <p:spPr>
          <a:xfrm>
            <a:off x="478080" y="360"/>
            <a:ext cx="227880" cy="685728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uFillTx/>
              <a:latin typeface="Arial"/>
              <a:ea typeface="DejaVu Sans"/>
            </a:endParaRPr>
          </a:p>
        </p:txBody>
      </p:sp>
      <p:sp>
        <p:nvSpPr>
          <p:cNvPr id="242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43" name="PlaceHolder 2"/>
          <p:cNvSpPr>
            <a:spLocks noGrp="1"/>
          </p:cNvSpPr>
          <p:nvPr>
            <p:ph type="body"/>
          </p:nvPr>
        </p:nvSpPr>
        <p:spPr>
          <a:xfrm>
            <a:off x="1371600" y="2286000"/>
            <a:ext cx="4684680" cy="3580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244" name="PlaceHolder 3"/>
          <p:cNvSpPr>
            <a:spLocks noGrp="1"/>
          </p:cNvSpPr>
          <p:nvPr>
            <p:ph type="body"/>
          </p:nvPr>
        </p:nvSpPr>
        <p:spPr>
          <a:xfrm>
            <a:off x="6291360" y="2286000"/>
            <a:ext cx="4684680" cy="3580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245" name="PlaceHolder 4"/>
          <p:cNvSpPr>
            <a:spLocks noGrp="1"/>
          </p:cNvSpPr>
          <p:nvPr>
            <p:ph type="ftr" idx="58"/>
          </p:nvPr>
        </p:nvSpPr>
        <p:spPr>
          <a:xfrm>
            <a:off x="2893680" y="6453360"/>
            <a:ext cx="628020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46" name="PlaceHolder 5"/>
          <p:cNvSpPr>
            <a:spLocks noGrp="1"/>
          </p:cNvSpPr>
          <p:nvPr>
            <p:ph type="sldNum" idx="59"/>
          </p:nvPr>
        </p:nvSpPr>
        <p:spPr>
          <a:xfrm>
            <a:off x="9472680" y="6453360"/>
            <a:ext cx="1595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191B0E"/>
                </a:solidFill>
                <a:uFillTx/>
                <a:latin typeface="Franklin Gothic Book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593371A-C3AF-4AEE-BD7C-C4B749C73375}" type="slidenum">
              <a:rPr lang="en-US" sz="1200" b="0" u="none" strike="noStrike">
                <a:solidFill>
                  <a:srgbClr val="191B0E"/>
                </a:solidFill>
                <a:uFillTx/>
                <a:latin typeface="Franklin Gothic Book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47" name="PlaceHolder 6"/>
          <p:cNvSpPr>
            <a:spLocks noGrp="1"/>
          </p:cNvSpPr>
          <p:nvPr>
            <p:ph type="dt" idx="60"/>
          </p:nvPr>
        </p:nvSpPr>
        <p:spPr>
          <a:xfrm>
            <a:off x="1390680" y="6453360"/>
            <a:ext cx="120384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Rectangle 8"/>
          <p:cNvSpPr/>
          <p:nvPr/>
        </p:nvSpPr>
        <p:spPr>
          <a:xfrm>
            <a:off x="478080" y="360"/>
            <a:ext cx="227880" cy="685728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uFillTx/>
              <a:latin typeface="Arial"/>
              <a:ea typeface="DejaVu Sans"/>
            </a:endParaRPr>
          </a:p>
        </p:txBody>
      </p:sp>
      <p:sp>
        <p:nvSpPr>
          <p:cNvPr id="252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53" name="PlaceHolder 2"/>
          <p:cNvSpPr>
            <a:spLocks noGrp="1"/>
          </p:cNvSpPr>
          <p:nvPr>
            <p:ph type="ftr" idx="61"/>
          </p:nvPr>
        </p:nvSpPr>
        <p:spPr>
          <a:xfrm>
            <a:off x="2893680" y="6453360"/>
            <a:ext cx="628020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54" name="PlaceHolder 3"/>
          <p:cNvSpPr>
            <a:spLocks noGrp="1"/>
          </p:cNvSpPr>
          <p:nvPr>
            <p:ph type="sldNum" idx="62"/>
          </p:nvPr>
        </p:nvSpPr>
        <p:spPr>
          <a:xfrm>
            <a:off x="9472680" y="6453360"/>
            <a:ext cx="1595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191B0E"/>
                </a:solidFill>
                <a:uFillTx/>
                <a:latin typeface="Franklin Gothic Book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C809170-F2A3-4AF0-84F9-0EEACC924486}" type="slidenum">
              <a:rPr lang="en-US" sz="1200" b="0" u="none" strike="noStrike">
                <a:solidFill>
                  <a:srgbClr val="191B0E"/>
                </a:solidFill>
                <a:uFillTx/>
                <a:latin typeface="Franklin Gothic Book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55" name="PlaceHolder 4"/>
          <p:cNvSpPr>
            <a:spLocks noGrp="1"/>
          </p:cNvSpPr>
          <p:nvPr>
            <p:ph type="dt" idx="63"/>
          </p:nvPr>
        </p:nvSpPr>
        <p:spPr>
          <a:xfrm>
            <a:off x="1390680" y="6453360"/>
            <a:ext cx="120384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Times New Roman"/>
              </a:rPr>
              <a:t> 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Rectangle 8"/>
          <p:cNvSpPr/>
          <p:nvPr/>
        </p:nvSpPr>
        <p:spPr>
          <a:xfrm>
            <a:off x="478080" y="360"/>
            <a:ext cx="227880" cy="685728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uFillTx/>
              <a:latin typeface="Arial"/>
              <a:ea typeface="DejaVu Sans"/>
            </a:endParaRPr>
          </a:p>
        </p:txBody>
      </p:sp>
      <p:sp>
        <p:nvSpPr>
          <p:cNvPr id="258" name="PlaceHolder 1"/>
          <p:cNvSpPr>
            <a:spLocks noGrp="1"/>
          </p:cNvSpPr>
          <p:nvPr>
            <p:ph type="ftr" idx="64"/>
          </p:nvPr>
        </p:nvSpPr>
        <p:spPr>
          <a:xfrm>
            <a:off x="2893680" y="6453360"/>
            <a:ext cx="628020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59" name="PlaceHolder 2"/>
          <p:cNvSpPr>
            <a:spLocks noGrp="1"/>
          </p:cNvSpPr>
          <p:nvPr>
            <p:ph type="sldNum" idx="65"/>
          </p:nvPr>
        </p:nvSpPr>
        <p:spPr>
          <a:xfrm>
            <a:off x="9472680" y="6453360"/>
            <a:ext cx="1595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191B0E"/>
                </a:solidFill>
                <a:uFillTx/>
                <a:latin typeface="Franklin Gothic Book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ACC93CE8-1DD8-4AF8-AF07-03BE4EF3A5EF}" type="slidenum">
              <a:rPr lang="en-US" sz="1200" b="0" u="none" strike="noStrike">
                <a:solidFill>
                  <a:srgbClr val="191B0E"/>
                </a:solidFill>
                <a:uFillTx/>
                <a:latin typeface="Franklin Gothic Book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60" name="PlaceHolder 3"/>
          <p:cNvSpPr>
            <a:spLocks noGrp="1"/>
          </p:cNvSpPr>
          <p:nvPr>
            <p:ph type="dt" idx="66"/>
          </p:nvPr>
        </p:nvSpPr>
        <p:spPr>
          <a:xfrm>
            <a:off x="1390680" y="6453360"/>
            <a:ext cx="120384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Rectangle 8"/>
          <p:cNvSpPr/>
          <p:nvPr/>
        </p:nvSpPr>
        <p:spPr>
          <a:xfrm>
            <a:off x="478080" y="360"/>
            <a:ext cx="227880" cy="685728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uFillTx/>
              <a:latin typeface="Arial"/>
              <a:ea typeface="DejaVu Sans"/>
            </a:endParaRPr>
          </a:p>
        </p:txBody>
      </p:sp>
      <p:sp>
        <p:nvSpPr>
          <p:cNvPr id="262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63" name="PlaceHolder 2"/>
          <p:cNvSpPr>
            <a:spLocks noGrp="1"/>
          </p:cNvSpPr>
          <p:nvPr>
            <p:ph type="body"/>
          </p:nvPr>
        </p:nvSpPr>
        <p:spPr>
          <a:xfrm>
            <a:off x="1371600" y="2286000"/>
            <a:ext cx="468468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70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264" name="PlaceHolder 3"/>
          <p:cNvSpPr>
            <a:spLocks noGrp="1"/>
          </p:cNvSpPr>
          <p:nvPr>
            <p:ph type="body"/>
          </p:nvPr>
        </p:nvSpPr>
        <p:spPr>
          <a:xfrm>
            <a:off x="6291360" y="2286000"/>
            <a:ext cx="4684680" cy="3580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265" name="PlaceHolder 4"/>
          <p:cNvSpPr>
            <a:spLocks noGrp="1"/>
          </p:cNvSpPr>
          <p:nvPr>
            <p:ph type="body"/>
          </p:nvPr>
        </p:nvSpPr>
        <p:spPr>
          <a:xfrm>
            <a:off x="1371600" y="4156560"/>
            <a:ext cx="468468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70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266" name="PlaceHolder 5"/>
          <p:cNvSpPr>
            <a:spLocks noGrp="1"/>
          </p:cNvSpPr>
          <p:nvPr>
            <p:ph type="ftr" idx="67"/>
          </p:nvPr>
        </p:nvSpPr>
        <p:spPr>
          <a:xfrm>
            <a:off x="2893680" y="6453360"/>
            <a:ext cx="628020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67" name="PlaceHolder 6"/>
          <p:cNvSpPr>
            <a:spLocks noGrp="1"/>
          </p:cNvSpPr>
          <p:nvPr>
            <p:ph type="sldNum" idx="68"/>
          </p:nvPr>
        </p:nvSpPr>
        <p:spPr>
          <a:xfrm>
            <a:off x="9472680" y="6453360"/>
            <a:ext cx="1595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191B0E"/>
                </a:solidFill>
                <a:uFillTx/>
                <a:latin typeface="Franklin Gothic Book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D483415-E887-4608-A834-DA2C56AEFF22}" type="slidenum">
              <a:rPr lang="en-US" sz="1200" b="0" u="none" strike="noStrike">
                <a:solidFill>
                  <a:srgbClr val="191B0E"/>
                </a:solidFill>
                <a:uFillTx/>
                <a:latin typeface="Franklin Gothic Book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68" name="PlaceHolder 7"/>
          <p:cNvSpPr>
            <a:spLocks noGrp="1"/>
          </p:cNvSpPr>
          <p:nvPr>
            <p:ph type="dt" idx="69"/>
          </p:nvPr>
        </p:nvSpPr>
        <p:spPr>
          <a:xfrm>
            <a:off x="1390680" y="6453360"/>
            <a:ext cx="120384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Rectangle 8"/>
          <p:cNvSpPr/>
          <p:nvPr/>
        </p:nvSpPr>
        <p:spPr>
          <a:xfrm>
            <a:off x="478080" y="360"/>
            <a:ext cx="227880" cy="685728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uFillTx/>
              <a:latin typeface="Arial"/>
              <a:ea typeface="DejaVu Sans"/>
            </a:endParaRPr>
          </a:p>
        </p:txBody>
      </p:sp>
      <p:sp>
        <p:nvSpPr>
          <p:cNvPr id="274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75" name="PlaceHolder 2"/>
          <p:cNvSpPr>
            <a:spLocks noGrp="1"/>
          </p:cNvSpPr>
          <p:nvPr>
            <p:ph type="body"/>
          </p:nvPr>
        </p:nvSpPr>
        <p:spPr>
          <a:xfrm>
            <a:off x="1371600" y="2286000"/>
            <a:ext cx="4684680" cy="3580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276" name="PlaceHolder 3"/>
          <p:cNvSpPr>
            <a:spLocks noGrp="1"/>
          </p:cNvSpPr>
          <p:nvPr>
            <p:ph type="body"/>
          </p:nvPr>
        </p:nvSpPr>
        <p:spPr>
          <a:xfrm>
            <a:off x="6291360" y="2286000"/>
            <a:ext cx="468468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70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277" name="PlaceHolder 4"/>
          <p:cNvSpPr>
            <a:spLocks noGrp="1"/>
          </p:cNvSpPr>
          <p:nvPr>
            <p:ph type="body"/>
          </p:nvPr>
        </p:nvSpPr>
        <p:spPr>
          <a:xfrm>
            <a:off x="6291360" y="4156560"/>
            <a:ext cx="468468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70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278" name="PlaceHolder 5"/>
          <p:cNvSpPr>
            <a:spLocks noGrp="1"/>
          </p:cNvSpPr>
          <p:nvPr>
            <p:ph type="ftr" idx="70"/>
          </p:nvPr>
        </p:nvSpPr>
        <p:spPr>
          <a:xfrm>
            <a:off x="2893680" y="6453360"/>
            <a:ext cx="628020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79" name="PlaceHolder 6"/>
          <p:cNvSpPr>
            <a:spLocks noGrp="1"/>
          </p:cNvSpPr>
          <p:nvPr>
            <p:ph type="sldNum" idx="71"/>
          </p:nvPr>
        </p:nvSpPr>
        <p:spPr>
          <a:xfrm>
            <a:off x="9472680" y="6453360"/>
            <a:ext cx="1595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191B0E"/>
                </a:solidFill>
                <a:uFillTx/>
                <a:latin typeface="Franklin Gothic Book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67DADA29-92C3-4536-8CE4-8F7710F353A1}" type="slidenum">
              <a:rPr lang="en-US" sz="1200" b="0" u="none" strike="noStrike">
                <a:solidFill>
                  <a:srgbClr val="191B0E"/>
                </a:solidFill>
                <a:uFillTx/>
                <a:latin typeface="Franklin Gothic Book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80" name="PlaceHolder 7"/>
          <p:cNvSpPr>
            <a:spLocks noGrp="1"/>
          </p:cNvSpPr>
          <p:nvPr>
            <p:ph type="dt" idx="72"/>
          </p:nvPr>
        </p:nvSpPr>
        <p:spPr>
          <a:xfrm>
            <a:off x="1390680" y="6453360"/>
            <a:ext cx="120384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PlaceHolder 1"/>
          <p:cNvSpPr>
            <a:spLocks noGrp="1"/>
          </p:cNvSpPr>
          <p:nvPr>
            <p:ph type="title"/>
          </p:nvPr>
        </p:nvSpPr>
        <p:spPr>
          <a:xfrm>
            <a:off x="1915200" y="1788480"/>
            <a:ext cx="8360640" cy="2097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/>
          <a:p>
            <a:pPr indent="0" algn="ctr">
              <a:lnSpc>
                <a:spcPct val="89000"/>
              </a:lnSpc>
              <a:buNone/>
              <a:tabLst>
                <a:tab pos="0" algn="l"/>
              </a:tabLst>
            </a:pPr>
            <a:r>
              <a:rPr lang="nl-BE" sz="6600" b="0" u="none" strike="noStrike" cap="all">
                <a:solidFill>
                  <a:srgbClr val="191B0E"/>
                </a:solidFill>
                <a:uFillTx/>
                <a:latin typeface="Franklin Gothic Book"/>
              </a:rPr>
              <a:t>AI Edge : Object detection yolov11</a:t>
            </a:r>
            <a:endParaRPr lang="en-US" sz="66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86" name="PlaceHolder 2"/>
          <p:cNvSpPr>
            <a:spLocks noGrp="1"/>
          </p:cNvSpPr>
          <p:nvPr>
            <p:ph type="subTitle"/>
          </p:nvPr>
        </p:nvSpPr>
        <p:spPr>
          <a:xfrm>
            <a:off x="2679840" y="3956400"/>
            <a:ext cx="6831000" cy="108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ctr">
              <a:lnSpc>
                <a:spcPct val="112000"/>
              </a:lnSpc>
              <a:buNone/>
              <a:tabLst>
                <a:tab pos="0" algn="l"/>
              </a:tabLst>
            </a:pPr>
            <a:r>
              <a:rPr lang="nl-BE" sz="2300" b="0" u="none" strike="noStrike">
                <a:solidFill>
                  <a:srgbClr val="191B0E"/>
                </a:solidFill>
                <a:uFillTx/>
                <a:latin typeface="Franklin Gothic Book"/>
              </a:rPr>
              <a:t>Groepsproject : Lane-assist for the visual disabled</a:t>
            </a:r>
            <a:endParaRPr lang="en-US" sz="2300" b="0" u="none" strike="noStrike">
              <a:solidFill>
                <a:srgbClr val="000000"/>
              </a:solidFill>
              <a:uFillTx/>
              <a:latin typeface="Arial"/>
            </a:endParaRPr>
          </a:p>
          <a:p>
            <a:pPr indent="0" algn="ctr">
              <a:lnSpc>
                <a:spcPct val="112000"/>
              </a:lnSpc>
              <a:buNone/>
              <a:tabLst>
                <a:tab pos="0" algn="l"/>
              </a:tabLst>
            </a:pPr>
            <a:r>
              <a:rPr lang="nl-BE" sz="2300" b="0" u="none" strike="noStrike">
                <a:solidFill>
                  <a:srgbClr val="191B0E"/>
                </a:solidFill>
                <a:uFillTx/>
                <a:latin typeface="Franklin Gothic Book"/>
              </a:rPr>
              <a:t>Andres, Seraphin, Thomas</a:t>
            </a:r>
            <a:endParaRPr lang="en-US" sz="23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>
              <a:lnSpc>
                <a:spcPct val="89000"/>
              </a:lnSpc>
              <a:buNone/>
              <a:tabLst>
                <a:tab pos="0" algn="l"/>
              </a:tabLst>
            </a:pPr>
            <a:r>
              <a:rPr lang="nl-BE" sz="4400" b="0" u="none" strike="noStrike">
                <a:solidFill>
                  <a:srgbClr val="191B0E"/>
                </a:solidFill>
                <a:uFillTx/>
                <a:latin typeface="Franklin Gothic Book"/>
              </a:rPr>
              <a:t>Inhoudsopgave</a:t>
            </a: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88" name="PlaceHolder 2"/>
          <p:cNvSpPr>
            <a:spLocks noGrp="1"/>
          </p:cNvSpPr>
          <p:nvPr>
            <p:ph/>
          </p:nvPr>
        </p:nvSpPr>
        <p:spPr>
          <a:xfrm>
            <a:off x="1371600" y="2286000"/>
            <a:ext cx="9600480" cy="35805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384120" indent="-384120">
              <a:lnSpc>
                <a:spcPct val="94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nl-BE" sz="2000" b="0" u="none" strike="noStrike" dirty="0">
                <a:solidFill>
                  <a:srgbClr val="191B0E"/>
                </a:solidFill>
                <a:uFillTx/>
                <a:latin typeface="Franklin Gothic Book"/>
              </a:rPr>
              <a:t>Model</a:t>
            </a:r>
            <a:endParaRPr lang="en-US" sz="20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marL="384120" indent="-384120">
              <a:lnSpc>
                <a:spcPct val="94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nl-BE" sz="2000" b="0" u="none" strike="noStrike" dirty="0">
                <a:solidFill>
                  <a:srgbClr val="191B0E"/>
                </a:solidFill>
                <a:uFillTx/>
                <a:latin typeface="Franklin Gothic Book"/>
              </a:rPr>
              <a:t>Dataset(s)</a:t>
            </a:r>
          </a:p>
          <a:p>
            <a:pPr marL="384120" indent="-384120">
              <a:lnSpc>
                <a:spcPct val="94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nl-BE" sz="2000" dirty="0">
                <a:solidFill>
                  <a:srgbClr val="191B0E"/>
                </a:solidFill>
                <a:latin typeface="Franklin Gothic Book"/>
              </a:rPr>
              <a:t>Project setup</a:t>
            </a:r>
            <a:endParaRPr lang="en-US" sz="20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marL="384120" indent="-384120">
              <a:lnSpc>
                <a:spcPct val="94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nl-BE" sz="2000" b="0" u="none" strike="noStrike" dirty="0">
                <a:solidFill>
                  <a:srgbClr val="191B0E"/>
                </a:solidFill>
                <a:uFillTx/>
                <a:latin typeface="Franklin Gothic Book"/>
              </a:rPr>
              <a:t>ONNX </a:t>
            </a:r>
            <a:r>
              <a:rPr lang="nl-BE" sz="2000" b="0" u="none" strike="noStrike" dirty="0" err="1">
                <a:solidFill>
                  <a:srgbClr val="191B0E"/>
                </a:solidFill>
                <a:uFillTx/>
                <a:latin typeface="Franklin Gothic Book"/>
              </a:rPr>
              <a:t>runtime</a:t>
            </a:r>
            <a:endParaRPr lang="en-US" sz="20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marL="384120" indent="-384120">
              <a:lnSpc>
                <a:spcPct val="94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nl-BE" sz="2000" b="0" u="none" strike="noStrike" dirty="0">
                <a:solidFill>
                  <a:srgbClr val="191B0E"/>
                </a:solidFill>
                <a:uFillTx/>
                <a:latin typeface="Franklin Gothic Book"/>
              </a:rPr>
              <a:t>Testen</a:t>
            </a:r>
            <a:endParaRPr lang="en-US" sz="20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marL="384120" indent="-384120">
              <a:lnSpc>
                <a:spcPct val="94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nl-BE" sz="2000" b="0" u="none" strike="noStrike" dirty="0">
                <a:solidFill>
                  <a:srgbClr val="191B0E"/>
                </a:solidFill>
                <a:uFillTx/>
                <a:latin typeface="Franklin Gothic Book"/>
              </a:rPr>
              <a:t>Trainen met dataset(s)</a:t>
            </a:r>
            <a:endParaRPr lang="en-US" sz="20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marL="384120" indent="-384120">
              <a:lnSpc>
                <a:spcPct val="94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nl-BE" sz="2000" b="0" u="none" strike="noStrike" dirty="0">
                <a:solidFill>
                  <a:srgbClr val="191B0E"/>
                </a:solidFill>
                <a:uFillTx/>
                <a:latin typeface="Franklin Gothic Book"/>
              </a:rPr>
              <a:t>Demo + conclusie</a:t>
            </a:r>
            <a:endParaRPr lang="en-US" sz="20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indent="0">
              <a:lnSpc>
                <a:spcPct val="94000"/>
              </a:lnSpc>
              <a:spcBef>
                <a:spcPts val="1001"/>
              </a:spcBef>
              <a:spcAft>
                <a:spcPts val="201"/>
              </a:spcAft>
              <a:buNone/>
              <a:tabLst>
                <a:tab pos="0" algn="l"/>
              </a:tabLst>
            </a:pPr>
            <a:endParaRPr lang="en-US" sz="20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indent="0">
              <a:lnSpc>
                <a:spcPct val="94000"/>
              </a:lnSpc>
              <a:spcBef>
                <a:spcPts val="1001"/>
              </a:spcBef>
              <a:spcAft>
                <a:spcPts val="201"/>
              </a:spcAft>
              <a:buNone/>
              <a:tabLst>
                <a:tab pos="0" algn="l"/>
              </a:tabLst>
            </a:pPr>
            <a:endParaRPr lang="en-US" sz="20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>
              <a:lnSpc>
                <a:spcPct val="89000"/>
              </a:lnSpc>
              <a:buNone/>
              <a:tabLst>
                <a:tab pos="0" algn="l"/>
              </a:tabLst>
            </a:pPr>
            <a:r>
              <a:rPr lang="nl-BE" sz="4400" b="0" u="none" strike="noStrike">
                <a:solidFill>
                  <a:srgbClr val="191B0E"/>
                </a:solidFill>
                <a:uFillTx/>
                <a:latin typeface="Franklin Gothic Book"/>
              </a:rPr>
              <a:t>Model</a:t>
            </a: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90" name="PlaceHolder 2"/>
          <p:cNvSpPr>
            <a:spLocks noGrp="1"/>
          </p:cNvSpPr>
          <p:nvPr>
            <p:ph/>
          </p:nvPr>
        </p:nvSpPr>
        <p:spPr>
          <a:xfrm>
            <a:off x="1371600" y="2286000"/>
            <a:ext cx="9600480" cy="35805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384120" indent="-384120">
              <a:lnSpc>
                <a:spcPct val="94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nl-BE" sz="2000" b="0" u="none" strike="noStrike">
                <a:solidFill>
                  <a:srgbClr val="191B0E"/>
                </a:solidFill>
                <a:uFillTx/>
                <a:latin typeface="Franklin Gothic Book"/>
              </a:rPr>
              <a:t>Yolov11 ✅</a:t>
            </a:r>
            <a:endParaRPr lang="en-US" sz="2000" b="0" u="none" strike="noStrike">
              <a:solidFill>
                <a:srgbClr val="000000"/>
              </a:solidFill>
              <a:uFillTx/>
              <a:latin typeface="Arial"/>
            </a:endParaRPr>
          </a:p>
          <a:p>
            <a:pPr marL="384120" indent="-384120">
              <a:lnSpc>
                <a:spcPct val="94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nl-BE" sz="2000" b="0" u="none" strike="noStrike">
                <a:solidFill>
                  <a:srgbClr val="191B0E"/>
                </a:solidFill>
                <a:uFillTx/>
                <a:latin typeface="Franklin Gothic Book"/>
              </a:rPr>
              <a:t>Detectron ❌</a:t>
            </a:r>
            <a:endParaRPr lang="en-US" sz="2000" b="0" u="none" strike="noStrike">
              <a:solidFill>
                <a:srgbClr val="000000"/>
              </a:solidFill>
              <a:uFillTx/>
              <a:latin typeface="Arial"/>
            </a:endParaRPr>
          </a:p>
          <a:p>
            <a:pPr indent="0">
              <a:lnSpc>
                <a:spcPct val="94000"/>
              </a:lnSpc>
              <a:spcBef>
                <a:spcPts val="1001"/>
              </a:spcBef>
              <a:spcAft>
                <a:spcPts val="201"/>
              </a:spcAft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291" name="Afbeelding 290"/>
          <p:cNvPicPr/>
          <p:nvPr/>
        </p:nvPicPr>
        <p:blipFill>
          <a:blip r:embed="rId2"/>
          <a:stretch/>
        </p:blipFill>
        <p:spPr>
          <a:xfrm>
            <a:off x="3799080" y="1236960"/>
            <a:ext cx="7720560" cy="434268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>
              <a:lnSpc>
                <a:spcPct val="89000"/>
              </a:lnSpc>
              <a:buNone/>
              <a:tabLst>
                <a:tab pos="0" algn="l"/>
              </a:tabLst>
            </a:pPr>
            <a:r>
              <a:rPr lang="nl-BE" sz="4400" b="0" u="none" strike="noStrike">
                <a:solidFill>
                  <a:srgbClr val="191B0E"/>
                </a:solidFill>
                <a:uFillTx/>
                <a:latin typeface="Franklin Gothic Book"/>
              </a:rPr>
              <a:t>Dataset(s)</a:t>
            </a: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93" name="PlaceHolder 2"/>
          <p:cNvSpPr>
            <a:spLocks noGrp="1"/>
          </p:cNvSpPr>
          <p:nvPr>
            <p:ph/>
          </p:nvPr>
        </p:nvSpPr>
        <p:spPr>
          <a:xfrm>
            <a:off x="1371600" y="2286000"/>
            <a:ext cx="9600480" cy="35805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 dirty="0">
                <a:solidFill>
                  <a:srgbClr val="000000"/>
                </a:solidFill>
                <a:uFillTx/>
                <a:latin typeface="Arial"/>
              </a:rPr>
              <a:t>COCO dataset</a:t>
            </a:r>
          </a:p>
          <a:p>
            <a:pPr marL="0" indent="0">
              <a:lnSpc>
                <a:spcPct val="100000"/>
              </a:lnSpc>
              <a:buClr>
                <a:srgbClr val="000000"/>
              </a:buClr>
              <a:buNone/>
            </a:pPr>
            <a:endParaRPr lang="en-US" sz="18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 dirty="0">
                <a:solidFill>
                  <a:srgbClr val="000000"/>
                </a:solidFill>
                <a:uFillTx/>
                <a:latin typeface="Arial"/>
              </a:rPr>
              <a:t>Yolo object detection person detection</a:t>
            </a:r>
          </a:p>
        </p:txBody>
      </p:sp>
      <p:pic>
        <p:nvPicPr>
          <p:cNvPr id="294" name="Afbeelding 293"/>
          <p:cNvPicPr/>
          <p:nvPr/>
        </p:nvPicPr>
        <p:blipFill>
          <a:blip r:embed="rId2"/>
          <a:stretch/>
        </p:blipFill>
        <p:spPr>
          <a:xfrm>
            <a:off x="6350000" y="904240"/>
            <a:ext cx="4967520" cy="518560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>
              <a:lnSpc>
                <a:spcPct val="89000"/>
              </a:lnSpc>
              <a:buNone/>
              <a:tabLst>
                <a:tab pos="0" algn="l"/>
              </a:tabLst>
            </a:pPr>
            <a:r>
              <a:rPr lang="nl-BE" sz="4400" b="0" u="none" strike="noStrike" dirty="0">
                <a:solidFill>
                  <a:srgbClr val="191B0E"/>
                </a:solidFill>
                <a:uFillTx/>
                <a:latin typeface="Franklin Gothic Book"/>
              </a:rPr>
              <a:t>Project setup</a:t>
            </a:r>
            <a:endParaRPr lang="en-US" sz="44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96" name="PlaceHolder 2"/>
          <p:cNvSpPr>
            <a:spLocks noGrp="1"/>
          </p:cNvSpPr>
          <p:nvPr>
            <p:ph/>
          </p:nvPr>
        </p:nvSpPr>
        <p:spPr>
          <a:xfrm>
            <a:off x="1371600" y="2286000"/>
            <a:ext cx="9600480" cy="35805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dirty="0" err="1">
                <a:solidFill>
                  <a:srgbClr val="000000"/>
                </a:solidFill>
                <a:latin typeface="Arial"/>
              </a:rPr>
              <a:t>Venv</a:t>
            </a:r>
            <a:r>
              <a:rPr lang="en-US" sz="1800" dirty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Arial"/>
              </a:rPr>
              <a:t>aanmaken</a:t>
            </a:r>
            <a:endParaRPr lang="en-US" sz="18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 dirty="0">
                <a:solidFill>
                  <a:srgbClr val="000000"/>
                </a:solidFill>
                <a:uFillTx/>
                <a:latin typeface="Arial"/>
              </a:rPr>
              <a:t>Pip install </a:t>
            </a:r>
            <a:r>
              <a:rPr lang="en-US" sz="1800" b="0" u="none" strike="noStrike" dirty="0" err="1">
                <a:solidFill>
                  <a:srgbClr val="000000"/>
                </a:solidFill>
                <a:uFillTx/>
                <a:latin typeface="Arial"/>
              </a:rPr>
              <a:t>ultralytics</a:t>
            </a:r>
            <a:r>
              <a:rPr lang="en-US" sz="1800" b="0" u="none" strike="noStrike" dirty="0">
                <a:solidFill>
                  <a:srgbClr val="000000"/>
                </a:solidFill>
                <a:uFillTx/>
                <a:latin typeface="Arial"/>
              </a:rPr>
              <a:t> </a:t>
            </a:r>
            <a:r>
              <a:rPr lang="en-US" sz="1800" b="0" u="none" strike="noStrike" dirty="0" err="1">
                <a:solidFill>
                  <a:srgbClr val="000000"/>
                </a:solidFill>
                <a:uFillTx/>
                <a:latin typeface="Arial"/>
              </a:rPr>
              <a:t>opencv</a:t>
            </a:r>
            <a:r>
              <a:rPr lang="en-US" sz="1800" b="0" u="none" strike="noStrike" dirty="0">
                <a:solidFill>
                  <a:srgbClr val="000000"/>
                </a:solidFill>
                <a:uFillTx/>
                <a:latin typeface="Arial"/>
              </a:rPr>
              <a:t>-python</a:t>
            </a:r>
          </a:p>
        </p:txBody>
      </p:sp>
      <p:pic>
        <p:nvPicPr>
          <p:cNvPr id="1026" name="Picture 2" descr="Ultralytics YOLO11 Has Arrived! Redefine What's Possible in AI!">
            <a:extLst>
              <a:ext uri="{FF2B5EF4-FFF2-40B4-BE49-F238E27FC236}">
                <a16:creationId xmlns:a16="http://schemas.microsoft.com/office/drawing/2014/main" id="{DD445495-BB89-A7D1-A95A-120B8764B8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59136" y="1745754"/>
            <a:ext cx="6499081" cy="36990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>
              <a:lnSpc>
                <a:spcPct val="89000"/>
              </a:lnSpc>
              <a:buNone/>
              <a:tabLst>
                <a:tab pos="0" algn="l"/>
              </a:tabLst>
            </a:pPr>
            <a:r>
              <a:rPr lang="nl-BE" sz="4400" b="0" u="none" strike="noStrike">
                <a:solidFill>
                  <a:srgbClr val="191B0E"/>
                </a:solidFill>
                <a:uFillTx/>
                <a:latin typeface="Franklin Gothic Book"/>
              </a:rPr>
              <a:t>Voorgetrainde modellen</a:t>
            </a: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98" name="PlaceHolder 2"/>
          <p:cNvSpPr>
            <a:spLocks noGrp="1"/>
          </p:cNvSpPr>
          <p:nvPr>
            <p:ph/>
          </p:nvPr>
        </p:nvSpPr>
        <p:spPr>
          <a:xfrm>
            <a:off x="1371600" y="2286000"/>
            <a:ext cx="9600480" cy="35805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18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299" name="Afbeelding 298"/>
          <p:cNvPicPr/>
          <p:nvPr/>
        </p:nvPicPr>
        <p:blipFill>
          <a:blip r:embed="rId2"/>
          <a:stretch/>
        </p:blipFill>
        <p:spPr>
          <a:xfrm>
            <a:off x="2125000" y="2964520"/>
            <a:ext cx="8736040" cy="3588680"/>
          </a:xfrm>
          <a:prstGeom prst="rect">
            <a:avLst/>
          </a:prstGeom>
          <a:ln w="0">
            <a:noFill/>
          </a:ln>
        </p:spPr>
      </p:pic>
      <p:pic>
        <p:nvPicPr>
          <p:cNvPr id="300" name="Afbeelding 299"/>
          <p:cNvPicPr/>
          <p:nvPr/>
        </p:nvPicPr>
        <p:blipFill>
          <a:blip r:embed="rId3"/>
          <a:stretch/>
        </p:blipFill>
        <p:spPr>
          <a:xfrm>
            <a:off x="2125840" y="1503360"/>
            <a:ext cx="8735200" cy="141256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>
              <a:lnSpc>
                <a:spcPct val="89000"/>
              </a:lnSpc>
              <a:buNone/>
              <a:tabLst>
                <a:tab pos="0" algn="l"/>
              </a:tabLst>
            </a:pPr>
            <a:r>
              <a:rPr lang="nl-BE" sz="4400" b="0" u="none" strike="noStrike">
                <a:solidFill>
                  <a:srgbClr val="191B0E"/>
                </a:solidFill>
                <a:uFillTx/>
                <a:latin typeface="Franklin Gothic Book"/>
              </a:rPr>
              <a:t>Alternatieve formaten</a:t>
            </a: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02" name="PlaceHolder 2"/>
          <p:cNvSpPr>
            <a:spLocks noGrp="1"/>
          </p:cNvSpPr>
          <p:nvPr>
            <p:ph/>
          </p:nvPr>
        </p:nvSpPr>
        <p:spPr>
          <a:xfrm>
            <a:off x="686520" y="1371600"/>
            <a:ext cx="9600480" cy="35805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384120" indent="-384120">
              <a:lnSpc>
                <a:spcPct val="94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nl-BE" sz="2000" b="0" u="none" strike="noStrike" dirty="0">
                <a:solidFill>
                  <a:srgbClr val="191B0E"/>
                </a:solidFill>
                <a:uFillTx/>
                <a:latin typeface="Franklin Gothic Book"/>
              </a:rPr>
              <a:t>Standaard = </a:t>
            </a:r>
            <a:r>
              <a:rPr lang="nl-BE" sz="2000" b="0" u="none" strike="noStrike" dirty="0" err="1">
                <a:solidFill>
                  <a:srgbClr val="191B0E"/>
                </a:solidFill>
                <a:uFillTx/>
                <a:latin typeface="Franklin Gothic Book"/>
              </a:rPr>
              <a:t>pytorch</a:t>
            </a:r>
            <a:endParaRPr lang="en-US" sz="20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marL="384120" indent="-384120">
              <a:lnSpc>
                <a:spcPct val="94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nl-BE" sz="2000" b="0" u="none" strike="noStrike" dirty="0">
                <a:solidFill>
                  <a:srgbClr val="191B0E"/>
                </a:solidFill>
                <a:uFillTx/>
                <a:latin typeface="Franklin Gothic Book"/>
              </a:rPr>
              <a:t>Onnx.py : omzetten .</a:t>
            </a:r>
            <a:r>
              <a:rPr lang="nl-BE" sz="2000" b="0" u="none" strike="noStrike" dirty="0" err="1">
                <a:solidFill>
                  <a:srgbClr val="191B0E"/>
                </a:solidFill>
                <a:uFillTx/>
                <a:latin typeface="Franklin Gothic Book"/>
              </a:rPr>
              <a:t>pt</a:t>
            </a:r>
            <a:r>
              <a:rPr lang="nl-BE" sz="2000" b="0" u="none" strike="noStrike" dirty="0">
                <a:solidFill>
                  <a:srgbClr val="191B0E"/>
                </a:solidFill>
                <a:uFillTx/>
                <a:latin typeface="Franklin Gothic Book"/>
              </a:rPr>
              <a:t> naar .</a:t>
            </a:r>
            <a:r>
              <a:rPr lang="nl-BE" sz="2000" b="0" u="none" strike="noStrike" dirty="0" err="1">
                <a:solidFill>
                  <a:srgbClr val="191B0E"/>
                </a:solidFill>
                <a:uFillTx/>
                <a:latin typeface="Franklin Gothic Book"/>
              </a:rPr>
              <a:t>onnx</a:t>
            </a:r>
            <a:endParaRPr lang="en-US" sz="20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marL="384120" indent="-384120">
              <a:lnSpc>
                <a:spcPct val="94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nl-BE" sz="2000" b="0" u="none" strike="noStrike" dirty="0">
                <a:solidFill>
                  <a:srgbClr val="191B0E"/>
                </a:solidFill>
                <a:uFillTx/>
                <a:latin typeface="Franklin Gothic Book"/>
              </a:rPr>
              <a:t>preprocess_onnx.sh: voorbereiden </a:t>
            </a:r>
            <a:r>
              <a:rPr lang="nl-BE" sz="2000" b="0" u="none" strike="noStrike" dirty="0" err="1">
                <a:solidFill>
                  <a:srgbClr val="191B0E"/>
                </a:solidFill>
                <a:uFillTx/>
                <a:latin typeface="Franklin Gothic Book"/>
              </a:rPr>
              <a:t>quantizatie</a:t>
            </a:r>
            <a:r>
              <a:rPr lang="nl-BE" sz="2000" b="0" u="none" strike="noStrike" dirty="0">
                <a:solidFill>
                  <a:srgbClr val="191B0E"/>
                </a:solidFill>
                <a:uFillTx/>
                <a:latin typeface="Franklin Gothic Book"/>
              </a:rPr>
              <a:t> </a:t>
            </a:r>
            <a:r>
              <a:rPr lang="nl-BE" sz="2000" b="0" u="none" strike="noStrike" dirty="0" err="1">
                <a:solidFill>
                  <a:srgbClr val="191B0E"/>
                </a:solidFill>
                <a:uFillTx/>
                <a:latin typeface="Franklin Gothic Book"/>
              </a:rPr>
              <a:t>onnx</a:t>
            </a:r>
            <a:endParaRPr lang="en-US" sz="20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marL="384120" indent="-384120">
              <a:lnSpc>
                <a:spcPct val="94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nl-BE" sz="2000" b="0" u="none" strike="noStrike" dirty="0">
                <a:solidFill>
                  <a:srgbClr val="191B0E"/>
                </a:solidFill>
                <a:uFillTx/>
                <a:latin typeface="Franklin Gothic Book"/>
              </a:rPr>
              <a:t>onnx_statquant.py: </a:t>
            </a:r>
            <a:r>
              <a:rPr lang="nl-BE" sz="2000" b="0" u="none" strike="noStrike" dirty="0" err="1">
                <a:solidFill>
                  <a:srgbClr val="191B0E"/>
                </a:solidFill>
                <a:uFillTx/>
                <a:latin typeface="Franklin Gothic Book"/>
              </a:rPr>
              <a:t>onnx</a:t>
            </a:r>
            <a:r>
              <a:rPr lang="nl-BE" sz="2000" b="0" u="none" strike="noStrike" dirty="0">
                <a:solidFill>
                  <a:srgbClr val="191B0E"/>
                </a:solidFill>
                <a:uFillTx/>
                <a:latin typeface="Franklin Gothic Book"/>
              </a:rPr>
              <a:t> </a:t>
            </a:r>
            <a:r>
              <a:rPr lang="nl-BE" sz="2000" b="0" u="none" strike="noStrike" dirty="0">
                <a:solidFill>
                  <a:srgbClr val="191B0E"/>
                </a:solidFill>
                <a:uFillTx/>
                <a:latin typeface="Wingdings"/>
              </a:rPr>
              <a:t></a:t>
            </a:r>
            <a:r>
              <a:rPr lang="nl-BE" sz="2000" b="0" u="none" strike="noStrike" dirty="0">
                <a:solidFill>
                  <a:srgbClr val="191B0E"/>
                </a:solidFill>
                <a:uFillTx/>
                <a:latin typeface="Franklin Gothic Book"/>
              </a:rPr>
              <a:t> statisch </a:t>
            </a:r>
            <a:r>
              <a:rPr lang="nl-BE" sz="2000" b="0" u="none" strike="noStrike" dirty="0" err="1">
                <a:solidFill>
                  <a:srgbClr val="191B0E"/>
                </a:solidFill>
                <a:uFillTx/>
                <a:latin typeface="Franklin Gothic Book"/>
              </a:rPr>
              <a:t>quantized</a:t>
            </a:r>
            <a:r>
              <a:rPr lang="nl-BE" sz="2000" b="0" u="none" strike="noStrike" dirty="0">
                <a:solidFill>
                  <a:srgbClr val="191B0E"/>
                </a:solidFill>
                <a:uFillTx/>
                <a:latin typeface="Franklin Gothic Book"/>
              </a:rPr>
              <a:t> model</a:t>
            </a:r>
            <a:endParaRPr lang="en-US" sz="20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marL="384120" indent="-384120">
              <a:lnSpc>
                <a:spcPct val="94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nl-BE" sz="2000" b="0" u="none" strike="noStrike" dirty="0" err="1">
                <a:solidFill>
                  <a:srgbClr val="191B0E"/>
                </a:solidFill>
                <a:uFillTx/>
                <a:latin typeface="Franklin Gothic Book"/>
              </a:rPr>
              <a:t>q_model</a:t>
            </a:r>
            <a:r>
              <a:rPr lang="nl-BE" sz="2000" b="0" u="none" strike="noStrike" dirty="0">
                <a:solidFill>
                  <a:srgbClr val="191B0E"/>
                </a:solidFill>
                <a:uFillTx/>
                <a:latin typeface="Franklin Gothic Book"/>
              </a:rPr>
              <a:t>: dynamische </a:t>
            </a:r>
            <a:r>
              <a:rPr lang="nl-BE" sz="2000" b="0" u="none" strike="noStrike" dirty="0" err="1">
                <a:solidFill>
                  <a:srgbClr val="191B0E"/>
                </a:solidFill>
                <a:uFillTx/>
                <a:latin typeface="Franklin Gothic Book"/>
              </a:rPr>
              <a:t>quantizatie</a:t>
            </a:r>
            <a:r>
              <a:rPr lang="nl-BE" sz="2000" b="0" u="none" strike="noStrike" dirty="0">
                <a:solidFill>
                  <a:srgbClr val="191B0E"/>
                </a:solidFill>
                <a:uFillTx/>
                <a:latin typeface="Franklin Gothic Book"/>
              </a:rPr>
              <a:t> model</a:t>
            </a:r>
            <a:endParaRPr lang="en-US" sz="20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indent="0">
              <a:lnSpc>
                <a:spcPct val="94000"/>
              </a:lnSpc>
              <a:spcBef>
                <a:spcPts val="1001"/>
              </a:spcBef>
              <a:spcAft>
                <a:spcPts val="201"/>
              </a:spcAft>
              <a:buNone/>
              <a:tabLst>
                <a:tab pos="0" algn="l"/>
              </a:tabLst>
            </a:pPr>
            <a:endParaRPr lang="en-US" sz="20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303" name="Picture 4" descr="Execution Providers | onnxruntime"/>
          <p:cNvPicPr/>
          <p:nvPr/>
        </p:nvPicPr>
        <p:blipFill>
          <a:blip r:embed="rId2"/>
          <a:stretch/>
        </p:blipFill>
        <p:spPr>
          <a:xfrm>
            <a:off x="5750560" y="2722880"/>
            <a:ext cx="6228080" cy="394440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>
              <a:lnSpc>
                <a:spcPct val="89000"/>
              </a:lnSpc>
              <a:buNone/>
              <a:tabLst>
                <a:tab pos="0" algn="l"/>
              </a:tabLst>
            </a:pPr>
            <a:r>
              <a:rPr lang="nl-BE" sz="4400" b="0" u="none" strike="noStrike">
                <a:solidFill>
                  <a:srgbClr val="191B0E"/>
                </a:solidFill>
                <a:uFillTx/>
                <a:latin typeface="Franklin Gothic Book"/>
              </a:rPr>
              <a:t>Testen op foto’s/video’s/webcam</a:t>
            </a: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05" name="PlaceHolder 2"/>
          <p:cNvSpPr>
            <a:spLocks noGrp="1"/>
          </p:cNvSpPr>
          <p:nvPr>
            <p:ph/>
          </p:nvPr>
        </p:nvSpPr>
        <p:spPr>
          <a:xfrm>
            <a:off x="1371600" y="2286000"/>
            <a:ext cx="9600480" cy="35805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18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306" name="Afbeelding 4"/>
          <p:cNvPicPr/>
          <p:nvPr/>
        </p:nvPicPr>
        <p:blipFill>
          <a:blip r:embed="rId2"/>
          <a:stretch/>
        </p:blipFill>
        <p:spPr>
          <a:xfrm>
            <a:off x="1545480" y="3654720"/>
            <a:ext cx="3550320" cy="212400"/>
          </a:xfrm>
          <a:prstGeom prst="rect">
            <a:avLst/>
          </a:prstGeom>
          <a:ln w="0">
            <a:noFill/>
          </a:ln>
        </p:spPr>
      </p:pic>
      <p:pic>
        <p:nvPicPr>
          <p:cNvPr id="307" name="Afbeelding 6"/>
          <p:cNvPicPr/>
          <p:nvPr/>
        </p:nvPicPr>
        <p:blipFill>
          <a:blip r:embed="rId3"/>
          <a:stretch/>
        </p:blipFill>
        <p:spPr>
          <a:xfrm>
            <a:off x="5244480" y="1490400"/>
            <a:ext cx="6792480" cy="505584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>
              <a:lnSpc>
                <a:spcPct val="89000"/>
              </a:lnSpc>
              <a:buNone/>
              <a:tabLst>
                <a:tab pos="0" algn="l"/>
              </a:tabLst>
            </a:pPr>
            <a:r>
              <a:rPr lang="nl-BE" sz="4400" b="0" u="none" strike="noStrike" dirty="0">
                <a:solidFill>
                  <a:srgbClr val="191B0E"/>
                </a:solidFill>
                <a:uFillTx/>
                <a:latin typeface="Franklin Gothic Book"/>
              </a:rPr>
              <a:t>Trainen met andere dataset(s)</a:t>
            </a:r>
            <a:endParaRPr lang="en-US" sz="44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09" name="PlaceHolder 2"/>
          <p:cNvSpPr>
            <a:spLocks noGrp="1"/>
          </p:cNvSpPr>
          <p:nvPr>
            <p:ph/>
          </p:nvPr>
        </p:nvSpPr>
        <p:spPr>
          <a:xfrm>
            <a:off x="1371600" y="2286000"/>
            <a:ext cx="9600480" cy="35805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384120" indent="-384120">
              <a:lnSpc>
                <a:spcPct val="94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nl-BE" sz="1800" b="0" u="none" strike="noStrike" dirty="0">
                <a:solidFill>
                  <a:srgbClr val="191B0E"/>
                </a:solidFill>
                <a:uFillTx/>
                <a:latin typeface="Franklin Gothic Book"/>
              </a:rPr>
              <a:t>Person dataset</a:t>
            </a:r>
          </a:p>
          <a:p>
            <a:pPr marL="384120" indent="-384120">
              <a:lnSpc>
                <a:spcPct val="94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nl-BE" sz="1800" dirty="0">
                <a:solidFill>
                  <a:srgbClr val="191B0E"/>
                </a:solidFill>
                <a:latin typeface="Franklin Gothic Book"/>
              </a:rPr>
              <a:t>Één klasse</a:t>
            </a:r>
            <a:endParaRPr lang="en-US" sz="18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6" name="Afbeelding 5" descr="Afbeelding met collage, schermopname, schoeisel, persoon&#10;&#10;Automatisch gegenereerde beschrijving">
            <a:extLst>
              <a:ext uri="{FF2B5EF4-FFF2-40B4-BE49-F238E27FC236}">
                <a16:creationId xmlns:a16="http://schemas.microsoft.com/office/drawing/2014/main" id="{FFFC5602-3077-5EA3-AA34-284D05182C0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2414" y="1880753"/>
            <a:ext cx="6063686" cy="433300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Tabel 11">
            <a:extLst>
              <a:ext uri="{FF2B5EF4-FFF2-40B4-BE49-F238E27FC236}">
                <a16:creationId xmlns:a16="http://schemas.microsoft.com/office/drawing/2014/main" id="{EB0FEC7E-CA80-3C15-CFA5-4E46EA741A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0041478"/>
              </p:ext>
            </p:extLst>
          </p:nvPr>
        </p:nvGraphicFramePr>
        <p:xfrm>
          <a:off x="822158" y="1445317"/>
          <a:ext cx="10547684" cy="51843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5284">
                  <a:extLst>
                    <a:ext uri="{9D8B030D-6E8A-4147-A177-3AD203B41FA5}">
                      <a16:colId xmlns:a16="http://schemas.microsoft.com/office/drawing/2014/main" val="3414553645"/>
                    </a:ext>
                  </a:extLst>
                </a:gridCol>
                <a:gridCol w="2498558">
                  <a:extLst>
                    <a:ext uri="{9D8B030D-6E8A-4147-A177-3AD203B41FA5}">
                      <a16:colId xmlns:a16="http://schemas.microsoft.com/office/drawing/2014/main" val="2278674490"/>
                    </a:ext>
                  </a:extLst>
                </a:gridCol>
                <a:gridCol w="2636921">
                  <a:extLst>
                    <a:ext uri="{9D8B030D-6E8A-4147-A177-3AD203B41FA5}">
                      <a16:colId xmlns:a16="http://schemas.microsoft.com/office/drawing/2014/main" val="3915995031"/>
                    </a:ext>
                  </a:extLst>
                </a:gridCol>
                <a:gridCol w="2636921">
                  <a:extLst>
                    <a:ext uri="{9D8B030D-6E8A-4147-A177-3AD203B41FA5}">
                      <a16:colId xmlns:a16="http://schemas.microsoft.com/office/drawing/2014/main" val="3416327706"/>
                    </a:ext>
                  </a:extLst>
                </a:gridCol>
              </a:tblGrid>
              <a:tr h="331707">
                <a:tc>
                  <a:txBody>
                    <a:bodyPr/>
                    <a:lstStyle/>
                    <a:p>
                      <a:pPr algn="ctr"/>
                      <a:r>
                        <a:rPr lang="nl-BE" dirty="0"/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BE" dirty="0"/>
                        <a:t>YOLO11n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BE" dirty="0"/>
                        <a:t>YOLO11s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BE" dirty="0"/>
                        <a:t>YOLO11l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55766803"/>
                  </a:ext>
                </a:extLst>
              </a:tr>
              <a:tr h="580487">
                <a:tc>
                  <a:txBody>
                    <a:bodyPr/>
                    <a:lstStyle/>
                    <a:p>
                      <a:r>
                        <a:rPr lang="nl-BE" b="1" dirty="0"/>
                        <a:t>Load Time (</a:t>
                      </a:r>
                      <a:r>
                        <a:rPr lang="nl-BE" b="1" dirty="0" err="1"/>
                        <a:t>Pytorch</a:t>
                      </a:r>
                      <a:r>
                        <a:rPr lang="nl-BE" b="1" dirty="0"/>
                        <a:t>)</a:t>
                      </a:r>
                      <a:endParaRPr lang="nl-BE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BE" dirty="0"/>
                        <a:t>0,13 sec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BE" dirty="0"/>
                        <a:t>0,08 sec</a:t>
                      </a:r>
                    </a:p>
                    <a:p>
                      <a:pPr algn="ctr"/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BE" dirty="0"/>
                        <a:t>0,08 sec</a:t>
                      </a:r>
                    </a:p>
                    <a:p>
                      <a:pPr algn="ctr"/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3294063"/>
                  </a:ext>
                </a:extLst>
              </a:tr>
              <a:tr h="580487">
                <a:tc>
                  <a:txBody>
                    <a:bodyPr/>
                    <a:lstStyle/>
                    <a:p>
                      <a:r>
                        <a:rPr lang="nl-BE" b="1" dirty="0"/>
                        <a:t>Load Time (ONNX)</a:t>
                      </a:r>
                      <a:endParaRPr lang="nl-BE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BE" dirty="0"/>
                        <a:t>0,08 sec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BE" dirty="0"/>
                        <a:t>0,15 sec</a:t>
                      </a:r>
                    </a:p>
                    <a:p>
                      <a:pPr algn="ctr"/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BE" dirty="0"/>
                        <a:t>0,39 sec</a:t>
                      </a:r>
                    </a:p>
                    <a:p>
                      <a:pPr algn="ctr"/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343990"/>
                  </a:ext>
                </a:extLst>
              </a:tr>
              <a:tr h="419684">
                <a:tc>
                  <a:txBody>
                    <a:bodyPr/>
                    <a:lstStyle/>
                    <a:p>
                      <a:r>
                        <a:rPr lang="nl-BE" b="1" dirty="0"/>
                        <a:t>Load Time (</a:t>
                      </a:r>
                      <a:r>
                        <a:rPr lang="nl-BE" b="1" dirty="0" err="1"/>
                        <a:t>Quantized</a:t>
                      </a:r>
                      <a:r>
                        <a:rPr lang="nl-BE" b="1" dirty="0"/>
                        <a:t>)</a:t>
                      </a:r>
                      <a:endParaRPr lang="nl-BE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BE" dirty="0"/>
                        <a:t>0,20 sec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BE" dirty="0"/>
                        <a:t>0,18 sec</a:t>
                      </a:r>
                    </a:p>
                    <a:p>
                      <a:pPr algn="ctr"/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BE" dirty="0"/>
                        <a:t>0,30 sec</a:t>
                      </a:r>
                    </a:p>
                    <a:p>
                      <a:pPr algn="ctr"/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5765234"/>
                  </a:ext>
                </a:extLst>
              </a:tr>
              <a:tr h="580487">
                <a:tc>
                  <a:txBody>
                    <a:bodyPr/>
                    <a:lstStyle/>
                    <a:p>
                      <a:r>
                        <a:rPr lang="nl-BE" b="1" dirty="0"/>
                        <a:t>File </a:t>
                      </a:r>
                      <a:r>
                        <a:rPr lang="nl-BE" b="1" dirty="0" err="1"/>
                        <a:t>Size</a:t>
                      </a:r>
                      <a:r>
                        <a:rPr lang="nl-BE" b="1" dirty="0"/>
                        <a:t> (</a:t>
                      </a:r>
                      <a:r>
                        <a:rPr lang="nl-BE" b="1" dirty="0" err="1"/>
                        <a:t>Pytorch</a:t>
                      </a:r>
                      <a:r>
                        <a:rPr lang="nl-BE" b="1" dirty="0"/>
                        <a:t>)</a:t>
                      </a:r>
                      <a:endParaRPr lang="nl-BE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BE" dirty="0"/>
                        <a:t>5,35 MB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BE" dirty="0"/>
                        <a:t>18,42 MB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BE" dirty="0"/>
                        <a:t>49,01 MB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9709633"/>
                  </a:ext>
                </a:extLst>
              </a:tr>
              <a:tr h="336314">
                <a:tc>
                  <a:txBody>
                    <a:bodyPr/>
                    <a:lstStyle/>
                    <a:p>
                      <a:r>
                        <a:rPr lang="nl-BE" b="1" dirty="0"/>
                        <a:t>File </a:t>
                      </a:r>
                      <a:r>
                        <a:rPr lang="nl-BE" b="1" dirty="0" err="1"/>
                        <a:t>Size</a:t>
                      </a:r>
                      <a:r>
                        <a:rPr lang="nl-BE" b="1" dirty="0"/>
                        <a:t> (ONNX)</a:t>
                      </a:r>
                      <a:endParaRPr lang="nl-BE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BE" dirty="0"/>
                        <a:t>10,22 MB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BE" dirty="0"/>
                        <a:t>36,27 MB</a:t>
                      </a:r>
                    </a:p>
                    <a:p>
                      <a:pPr algn="ctr"/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BE" dirty="0"/>
                        <a:t>96,99 MB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8210009"/>
                  </a:ext>
                </a:extLst>
              </a:tr>
              <a:tr h="580487">
                <a:tc>
                  <a:txBody>
                    <a:bodyPr/>
                    <a:lstStyle/>
                    <a:p>
                      <a:r>
                        <a:rPr lang="nl-BE" b="1" dirty="0"/>
                        <a:t>File </a:t>
                      </a:r>
                      <a:r>
                        <a:rPr lang="nl-BE" b="1" dirty="0" err="1"/>
                        <a:t>Size</a:t>
                      </a:r>
                      <a:r>
                        <a:rPr lang="nl-BE" b="1" dirty="0"/>
                        <a:t> (</a:t>
                      </a:r>
                      <a:r>
                        <a:rPr lang="nl-BE" b="1" dirty="0" err="1"/>
                        <a:t>Quantized</a:t>
                      </a:r>
                      <a:r>
                        <a:rPr lang="nl-BE" b="1" dirty="0"/>
                        <a:t>)</a:t>
                      </a:r>
                      <a:endParaRPr lang="nl-BE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BE" dirty="0"/>
                        <a:t>2,89 MB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BE" dirty="0"/>
                        <a:t>9,42 MB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BE" dirty="0"/>
                        <a:t>24,83 MB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56144"/>
                  </a:ext>
                </a:extLst>
              </a:tr>
              <a:tr h="336314">
                <a:tc>
                  <a:txBody>
                    <a:bodyPr/>
                    <a:lstStyle/>
                    <a:p>
                      <a:r>
                        <a:rPr lang="nl-BE" b="1" dirty="0"/>
                        <a:t>FPS (</a:t>
                      </a:r>
                      <a:r>
                        <a:rPr lang="nl-BE" b="1" dirty="0" err="1"/>
                        <a:t>Pytorch</a:t>
                      </a:r>
                      <a:r>
                        <a:rPr lang="nl-BE" b="1" dirty="0"/>
                        <a:t>)</a:t>
                      </a:r>
                      <a:endParaRPr lang="nl-BE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BE" dirty="0"/>
                        <a:t>10,37 FPS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BE" dirty="0"/>
                        <a:t>8,33 FPS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BE" dirty="0"/>
                        <a:t>2,40 FPS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1489823"/>
                  </a:ext>
                </a:extLst>
              </a:tr>
              <a:tr h="336314">
                <a:tc>
                  <a:txBody>
                    <a:bodyPr/>
                    <a:lstStyle/>
                    <a:p>
                      <a:r>
                        <a:rPr lang="nl-BE" b="1" dirty="0"/>
                        <a:t>FPS (ONNX)</a:t>
                      </a:r>
                      <a:endParaRPr lang="nl-BE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BE" dirty="0"/>
                        <a:t>12,44 FPS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BE" dirty="0"/>
                        <a:t>4,99 FPS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BE" dirty="0"/>
                        <a:t>1,51 FPS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0446192"/>
                  </a:ext>
                </a:extLst>
              </a:tr>
              <a:tr h="336314">
                <a:tc>
                  <a:txBody>
                    <a:bodyPr/>
                    <a:lstStyle/>
                    <a:p>
                      <a:r>
                        <a:rPr lang="nl-BE" b="1" dirty="0"/>
                        <a:t>FPS (</a:t>
                      </a:r>
                      <a:r>
                        <a:rPr lang="nl-BE" b="1" dirty="0" err="1"/>
                        <a:t>Quantized</a:t>
                      </a:r>
                      <a:r>
                        <a:rPr lang="nl-BE" b="1" dirty="0"/>
                        <a:t>)</a:t>
                      </a:r>
                      <a:endParaRPr lang="nl-BE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BE" dirty="0"/>
                        <a:t>9,90 FPS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BE" dirty="0"/>
                        <a:t>4,70 FPS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BE" dirty="0"/>
                        <a:t>1,76 FPS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2713826"/>
                  </a:ext>
                </a:extLst>
              </a:tr>
            </a:tbl>
          </a:graphicData>
        </a:graphic>
      </p:graphicFrame>
      <p:sp>
        <p:nvSpPr>
          <p:cNvPr id="16" name="Tekstvak 15">
            <a:extLst>
              <a:ext uri="{FF2B5EF4-FFF2-40B4-BE49-F238E27FC236}">
                <a16:creationId xmlns:a16="http://schemas.microsoft.com/office/drawing/2014/main" id="{4A2B3065-1045-3A96-CA85-65F1A9FD1AE3}"/>
              </a:ext>
            </a:extLst>
          </p:cNvPr>
          <p:cNvSpPr txBox="1"/>
          <p:nvPr/>
        </p:nvSpPr>
        <p:spPr>
          <a:xfrm>
            <a:off x="1359186" y="458162"/>
            <a:ext cx="735874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nl-BE" sz="4400" dirty="0">
                <a:solidFill>
                  <a:srgbClr val="191B0E"/>
                </a:solidFill>
                <a:latin typeface="Franklin Gothic Book"/>
                <a:ea typeface="+mj-ea"/>
                <a:cs typeface="+mj-cs"/>
              </a:rPr>
              <a:t>Performance </a:t>
            </a:r>
            <a:r>
              <a:rPr lang="nl-BE" sz="4400" dirty="0" err="1">
                <a:solidFill>
                  <a:srgbClr val="191B0E"/>
                </a:solidFill>
                <a:latin typeface="Franklin Gothic Book"/>
                <a:ea typeface="+mj-ea"/>
                <a:cs typeface="+mj-cs"/>
              </a:rPr>
              <a:t>Characteristics</a:t>
            </a:r>
            <a:endParaRPr lang="nl-BE" sz="4400" dirty="0">
              <a:solidFill>
                <a:srgbClr val="191B0E"/>
              </a:solidFill>
              <a:latin typeface="Franklin Gothic Book"/>
              <a:ea typeface="+mj-ea"/>
              <a:cs typeface="+mj-c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>
              <a:lnSpc>
                <a:spcPct val="89000"/>
              </a:lnSpc>
              <a:buNone/>
              <a:tabLst>
                <a:tab pos="0" algn="l"/>
              </a:tabLst>
            </a:pPr>
            <a:r>
              <a:rPr lang="nl-BE" sz="4400" b="0" u="none" strike="noStrike" dirty="0">
                <a:solidFill>
                  <a:srgbClr val="191B0E"/>
                </a:solidFill>
                <a:uFillTx/>
                <a:latin typeface="Franklin Gothic Book"/>
              </a:rPr>
              <a:t>Demo + conclusie</a:t>
            </a:r>
            <a:endParaRPr lang="en-US" sz="44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11" name="PlaceHolder 2"/>
          <p:cNvSpPr>
            <a:spLocks noGrp="1"/>
          </p:cNvSpPr>
          <p:nvPr>
            <p:ph/>
          </p:nvPr>
        </p:nvSpPr>
        <p:spPr>
          <a:xfrm>
            <a:off x="1371600" y="2286000"/>
            <a:ext cx="9600480" cy="35805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384120" indent="-384120">
              <a:lnSpc>
                <a:spcPct val="94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endParaRPr lang="en-US" sz="20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3" name="Afbeelding 2">
            <a:extLst>
              <a:ext uri="{FF2B5EF4-FFF2-40B4-BE49-F238E27FC236}">
                <a16:creationId xmlns:a16="http://schemas.microsoft.com/office/drawing/2014/main" id="{83C6D48E-0870-584C-6024-78D8AA5CF4A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0907"/>
          <a:stretch/>
        </p:blipFill>
        <p:spPr>
          <a:xfrm>
            <a:off x="5569139" y="1432560"/>
            <a:ext cx="6023422" cy="52565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Bijgesneden">
  <a:themeElements>
    <a:clrScheme name="Crop">
      <a:dk1>
        <a:srgbClr val="000000"/>
      </a:dk1>
      <a:lt1>
        <a:srgbClr val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Bijgesneden">
  <a:themeElements>
    <a:clrScheme name="Crop">
      <a:dk1>
        <a:srgbClr val="000000"/>
      </a:dk1>
      <a:lt1>
        <a:srgbClr val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Bijgesneden">
  <a:themeElements>
    <a:clrScheme name="Crop">
      <a:dk1>
        <a:srgbClr val="000000"/>
      </a:dk1>
      <a:lt1>
        <a:srgbClr val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Bijgesneden">
  <a:themeElements>
    <a:clrScheme name="Crop">
      <a:dk1>
        <a:srgbClr val="000000"/>
      </a:dk1>
      <a:lt1>
        <a:srgbClr val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Bijgesneden">
  <a:themeElements>
    <a:clrScheme name="Crop">
      <a:dk1>
        <a:srgbClr val="000000"/>
      </a:dk1>
      <a:lt1>
        <a:srgbClr val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Bijgesneden">
  <a:themeElements>
    <a:clrScheme name="Crop">
      <a:dk1>
        <a:srgbClr val="000000"/>
      </a:dk1>
      <a:lt1>
        <a:srgbClr val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Bijgesneden">
  <a:themeElements>
    <a:clrScheme name="Crop">
      <a:dk1>
        <a:srgbClr val="000000"/>
      </a:dk1>
      <a:lt1>
        <a:srgbClr val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Bijgesneden">
  <a:themeElements>
    <a:clrScheme name="Crop">
      <a:dk1>
        <a:srgbClr val="000000"/>
      </a:dk1>
      <a:lt1>
        <a:srgbClr val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Bijgesneden">
  <a:themeElements>
    <a:clrScheme name="Crop">
      <a:dk1>
        <a:srgbClr val="000000"/>
      </a:dk1>
      <a:lt1>
        <a:srgbClr val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Bijgesneden">
  <a:themeElements>
    <a:clrScheme name="Crop">
      <a:dk1>
        <a:srgbClr val="000000"/>
      </a:dk1>
      <a:lt1>
        <a:srgbClr val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Bijgesneden">
  <a:themeElements>
    <a:clrScheme name="Crop">
      <a:dk1>
        <a:srgbClr val="000000"/>
      </a:dk1>
      <a:lt1>
        <a:srgbClr val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12.xml><?xml version="1.0" encoding="utf-8"?>
<a:theme xmlns:a="http://schemas.openxmlformats.org/drawingml/2006/main" name="Bijgesneden">
  <a:themeElements>
    <a:clrScheme name="Crop">
      <a:dk1>
        <a:srgbClr val="000000"/>
      </a:dk1>
      <a:lt1>
        <a:srgbClr val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13.xml><?xml version="1.0" encoding="utf-8"?>
<a:theme xmlns:a="http://schemas.openxmlformats.org/drawingml/2006/main" name="Bijgesneden">
  <a:themeElements>
    <a:clrScheme name="Crop">
      <a:dk1>
        <a:srgbClr val="000000"/>
      </a:dk1>
      <a:lt1>
        <a:srgbClr val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14.xml><?xml version="1.0" encoding="utf-8"?>
<a:theme xmlns:a="http://schemas.openxmlformats.org/drawingml/2006/main" name="Bijgesneden">
  <a:themeElements>
    <a:clrScheme name="Crop">
      <a:dk1>
        <a:srgbClr val="000000"/>
      </a:dk1>
      <a:lt1>
        <a:srgbClr val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15.xml><?xml version="1.0" encoding="utf-8"?>
<a:theme xmlns:a="http://schemas.openxmlformats.org/drawingml/2006/main" name="Bijgesneden">
  <a:themeElements>
    <a:clrScheme name="Crop">
      <a:dk1>
        <a:srgbClr val="000000"/>
      </a:dk1>
      <a:lt1>
        <a:srgbClr val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16.xml><?xml version="1.0" encoding="utf-8"?>
<a:theme xmlns:a="http://schemas.openxmlformats.org/drawingml/2006/main" name="Bijgesneden">
  <a:themeElements>
    <a:clrScheme name="Crop">
      <a:dk1>
        <a:srgbClr val="000000"/>
      </a:dk1>
      <a:lt1>
        <a:srgbClr val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17.xml><?xml version="1.0" encoding="utf-8"?>
<a:theme xmlns:a="http://schemas.openxmlformats.org/drawingml/2006/main" name="Bijgesneden">
  <a:themeElements>
    <a:clrScheme name="Crop">
      <a:dk1>
        <a:srgbClr val="000000"/>
      </a:dk1>
      <a:lt1>
        <a:srgbClr val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18.xml><?xml version="1.0" encoding="utf-8"?>
<a:theme xmlns:a="http://schemas.openxmlformats.org/drawingml/2006/main" name="Bijgesneden">
  <a:themeElements>
    <a:clrScheme name="Crop">
      <a:dk1>
        <a:srgbClr val="000000"/>
      </a:dk1>
      <a:lt1>
        <a:srgbClr val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19.xml><?xml version="1.0" encoding="utf-8"?>
<a:theme xmlns:a="http://schemas.openxmlformats.org/drawingml/2006/main" name="Bijgesneden">
  <a:themeElements>
    <a:clrScheme name="Crop">
      <a:dk1>
        <a:srgbClr val="000000"/>
      </a:dk1>
      <a:lt1>
        <a:srgbClr val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0.xml><?xml version="1.0" encoding="utf-8"?>
<a:theme xmlns:a="http://schemas.openxmlformats.org/drawingml/2006/main" name="Bijgesneden">
  <a:themeElements>
    <a:clrScheme name="Crop">
      <a:dk1>
        <a:srgbClr val="000000"/>
      </a:dk1>
      <a:lt1>
        <a:srgbClr val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1.xml><?xml version="1.0" encoding="utf-8"?>
<a:theme xmlns:a="http://schemas.openxmlformats.org/drawingml/2006/main" name="Bijgesneden">
  <a:themeElements>
    <a:clrScheme name="Crop">
      <a:dk1>
        <a:srgbClr val="000000"/>
      </a:dk1>
      <a:lt1>
        <a:srgbClr val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2.xml><?xml version="1.0" encoding="utf-8"?>
<a:theme xmlns:a="http://schemas.openxmlformats.org/drawingml/2006/main" name="Bijgesneden">
  <a:themeElements>
    <a:clrScheme name="Crop">
      <a:dk1>
        <a:srgbClr val="000000"/>
      </a:dk1>
      <a:lt1>
        <a:srgbClr val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3.xml><?xml version="1.0" encoding="utf-8"?>
<a:theme xmlns:a="http://schemas.openxmlformats.org/drawingml/2006/main" name="Bijgesneden">
  <a:themeElements>
    <a:clrScheme name="Crop">
      <a:dk1>
        <a:srgbClr val="000000"/>
      </a:dk1>
      <a:lt1>
        <a:srgbClr val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4.xml><?xml version="1.0" encoding="utf-8"?>
<a:theme xmlns:a="http://schemas.openxmlformats.org/drawingml/2006/main" name="Bijgesneden">
  <a:themeElements>
    <a:clrScheme name="Crop">
      <a:dk1>
        <a:srgbClr val="000000"/>
      </a:dk1>
      <a:lt1>
        <a:srgbClr val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TM10001105[[fn=Bijgesneden]]</Template>
  <TotalTime>0</TotalTime>
  <Words>229</Words>
  <Application>Microsoft Office PowerPoint</Application>
  <PresentationFormat>Breedbeeld</PresentationFormat>
  <Paragraphs>74</Paragraphs>
  <Slides>11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5</vt:i4>
      </vt:variant>
      <vt:variant>
        <vt:lpstr>Thema</vt:lpstr>
      </vt:variant>
      <vt:variant>
        <vt:i4>24</vt:i4>
      </vt:variant>
      <vt:variant>
        <vt:lpstr>Diatitels</vt:lpstr>
      </vt:variant>
      <vt:variant>
        <vt:i4>11</vt:i4>
      </vt:variant>
    </vt:vector>
  </HeadingPairs>
  <TitlesOfParts>
    <vt:vector size="40" baseType="lpstr">
      <vt:lpstr>Arial</vt:lpstr>
      <vt:lpstr>Franklin Gothic Book</vt:lpstr>
      <vt:lpstr>Symbol</vt:lpstr>
      <vt:lpstr>Times New Roman</vt:lpstr>
      <vt:lpstr>Wingdings</vt:lpstr>
      <vt:lpstr>Bijgesneden</vt:lpstr>
      <vt:lpstr>Bijgesneden</vt:lpstr>
      <vt:lpstr>Bijgesneden</vt:lpstr>
      <vt:lpstr>Bijgesneden</vt:lpstr>
      <vt:lpstr>Bijgesneden</vt:lpstr>
      <vt:lpstr>Bijgesneden</vt:lpstr>
      <vt:lpstr>Bijgesneden</vt:lpstr>
      <vt:lpstr>Bijgesneden</vt:lpstr>
      <vt:lpstr>Bijgesneden</vt:lpstr>
      <vt:lpstr>Bijgesneden</vt:lpstr>
      <vt:lpstr>Bijgesneden</vt:lpstr>
      <vt:lpstr>Bijgesneden</vt:lpstr>
      <vt:lpstr>Bijgesneden</vt:lpstr>
      <vt:lpstr>Bijgesneden</vt:lpstr>
      <vt:lpstr>Bijgesneden</vt:lpstr>
      <vt:lpstr>Bijgesneden</vt:lpstr>
      <vt:lpstr>Bijgesneden</vt:lpstr>
      <vt:lpstr>Bijgesneden</vt:lpstr>
      <vt:lpstr>Bijgesneden</vt:lpstr>
      <vt:lpstr>Bijgesneden</vt:lpstr>
      <vt:lpstr>Bijgesneden</vt:lpstr>
      <vt:lpstr>Bijgesneden</vt:lpstr>
      <vt:lpstr>Bijgesneden</vt:lpstr>
      <vt:lpstr>Bijgesneden</vt:lpstr>
      <vt:lpstr>AI Edge : Object detection yolov11</vt:lpstr>
      <vt:lpstr>Inhoudsopgave</vt:lpstr>
      <vt:lpstr>Model</vt:lpstr>
      <vt:lpstr>Dataset(s)</vt:lpstr>
      <vt:lpstr>Project setup</vt:lpstr>
      <vt:lpstr>Voorgetrainde modellen</vt:lpstr>
      <vt:lpstr>Alternatieve formaten</vt:lpstr>
      <vt:lpstr>Testen op foto’s/video’s/webcam</vt:lpstr>
      <vt:lpstr>Trainen met andere dataset(s)</vt:lpstr>
      <vt:lpstr>PowerPoint-presentatie</vt:lpstr>
      <vt:lpstr>Demo + conclusie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Andres Deklerck</dc:creator>
  <dc:description/>
  <cp:lastModifiedBy>Thomas Oddery</cp:lastModifiedBy>
  <cp:revision>9</cp:revision>
  <dcterms:created xsi:type="dcterms:W3CDTF">2024-12-15T14:30:37Z</dcterms:created>
  <dcterms:modified xsi:type="dcterms:W3CDTF">2024-12-18T12:03:50Z</dcterms:modified>
  <dc:language>en-GB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Breedbeeld</vt:lpwstr>
  </property>
  <property fmtid="{D5CDD505-2E9C-101B-9397-08002B2CF9AE}" pid="3" name="Slides">
    <vt:i4>8</vt:i4>
  </property>
</Properties>
</file>